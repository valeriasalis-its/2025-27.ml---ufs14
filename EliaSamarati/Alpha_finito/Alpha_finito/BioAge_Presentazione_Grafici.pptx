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E4D1F-D9D3-4A72-98BD-0FE0DD3FE547}" v="58" dt="2026-07-03T12:32:25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245" y="-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a Albatri" userId="3e47328b-4b73-41f0-8208-ffaf322d7544" providerId="ADAL" clId="{94374D87-B7B2-4E49-AA76-C6F3E864538C}"/>
    <pc:docChg chg="undo custSel modSld sldOrd">
      <pc:chgData name="Mattia Albatri" userId="3e47328b-4b73-41f0-8208-ffaf322d7544" providerId="ADAL" clId="{94374D87-B7B2-4E49-AA76-C6F3E864538C}" dt="2026-07-03T09:31:34.567" v="223" actId="20577"/>
      <pc:docMkLst>
        <pc:docMk/>
      </pc:docMkLst>
      <pc:sldChg chg="modSp mod">
        <pc:chgData name="Mattia Albatri" userId="3e47328b-4b73-41f0-8208-ffaf322d7544" providerId="ADAL" clId="{94374D87-B7B2-4E49-AA76-C6F3E864538C}" dt="2026-07-03T09:22:13.189" v="115" actId="1036"/>
        <pc:sldMkLst>
          <pc:docMk/>
          <pc:sldMk cId="0" sldId="256"/>
        </pc:sldMkLst>
        <pc:spChg chg="mod">
          <ac:chgData name="Mattia Albatri" userId="3e47328b-4b73-41f0-8208-ffaf322d7544" providerId="ADAL" clId="{94374D87-B7B2-4E49-AA76-C6F3E864538C}" dt="2026-07-03T09:22:13.189" v="115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ttia Albatri" userId="3e47328b-4b73-41f0-8208-ffaf322d7544" providerId="ADAL" clId="{94374D87-B7B2-4E49-AA76-C6F3E864538C}" dt="2026-07-03T08:07:26.887" v="89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ttia Albatri" userId="3e47328b-4b73-41f0-8208-ffaf322d7544" providerId="ADAL" clId="{94374D87-B7B2-4E49-AA76-C6F3E864538C}" dt="2026-07-03T09:22:06.330" v="113" actId="6549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Mattia Albatri" userId="3e47328b-4b73-41f0-8208-ffaf322d7544" providerId="ADAL" clId="{94374D87-B7B2-4E49-AA76-C6F3E864538C}" dt="2026-07-03T09:22:43.784" v="142"/>
        <pc:sldMkLst>
          <pc:docMk/>
          <pc:sldMk cId="0" sldId="257"/>
        </pc:sldMkLst>
        <pc:spChg chg="del mod">
          <ac:chgData name="Mattia Albatri" userId="3e47328b-4b73-41f0-8208-ffaf322d7544" providerId="ADAL" clId="{94374D87-B7B2-4E49-AA76-C6F3E864538C}" dt="2026-07-03T09:22:43.784" v="142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Mattia Albatri" userId="3e47328b-4b73-41f0-8208-ffaf322d7544" providerId="ADAL" clId="{94374D87-B7B2-4E49-AA76-C6F3E864538C}" dt="2026-07-03T09:22:43.779" v="134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Mattia Albatri" userId="3e47328b-4b73-41f0-8208-ffaf322d7544" providerId="ADAL" clId="{94374D87-B7B2-4E49-AA76-C6F3E864538C}" dt="2026-07-03T09:22:43.780" v="136"/>
          <ac:spMkLst>
            <pc:docMk/>
            <pc:sldMk cId="0" sldId="257"/>
            <ac:spMk id="21" creationId="{00000000-0000-0000-0000-000000000000}"/>
          </ac:spMkLst>
        </pc:spChg>
        <pc:spChg chg="del mod">
          <ac:chgData name="Mattia Albatri" userId="3e47328b-4b73-41f0-8208-ffaf322d7544" providerId="ADAL" clId="{94374D87-B7B2-4E49-AA76-C6F3E864538C}" dt="2026-07-03T09:22:43.782" v="138"/>
          <ac:spMkLst>
            <pc:docMk/>
            <pc:sldMk cId="0" sldId="257"/>
            <ac:spMk id="27" creationId="{00000000-0000-0000-0000-000000000000}"/>
          </ac:spMkLst>
        </pc:spChg>
        <pc:spChg chg="del mod">
          <ac:chgData name="Mattia Albatri" userId="3e47328b-4b73-41f0-8208-ffaf322d7544" providerId="ADAL" clId="{94374D87-B7B2-4E49-AA76-C6F3E864538C}" dt="2026-07-03T09:22:43.783" v="140"/>
          <ac:spMkLst>
            <pc:docMk/>
            <pc:sldMk cId="0" sldId="257"/>
            <ac:spMk id="33" creationId="{00000000-0000-0000-0000-000000000000}"/>
          </ac:spMkLst>
        </pc:spChg>
      </pc:sldChg>
      <pc:sldChg chg="ord">
        <pc:chgData name="Mattia Albatri" userId="3e47328b-4b73-41f0-8208-ffaf322d7544" providerId="ADAL" clId="{94374D87-B7B2-4E49-AA76-C6F3E864538C}" dt="2026-07-03T09:19:14.749" v="112"/>
        <pc:sldMkLst>
          <pc:docMk/>
          <pc:sldMk cId="0" sldId="259"/>
        </pc:sldMkLst>
      </pc:sldChg>
      <pc:sldChg chg="addSp delSp modSp mod">
        <pc:chgData name="Mattia Albatri" userId="3e47328b-4b73-41f0-8208-ffaf322d7544" providerId="ADAL" clId="{94374D87-B7B2-4E49-AA76-C6F3E864538C}" dt="2026-07-03T09:25:13.218" v="145" actId="732"/>
        <pc:sldMkLst>
          <pc:docMk/>
          <pc:sldMk cId="0" sldId="260"/>
        </pc:sldMkLst>
        <pc:spChg chg="mod">
          <ac:chgData name="Mattia Albatri" userId="3e47328b-4b73-41f0-8208-ffaf322d7544" providerId="ADAL" clId="{94374D87-B7B2-4E49-AA76-C6F3E864538C}" dt="2026-07-03T08:05:13.757" v="75" actId="20577"/>
          <ac:spMkLst>
            <pc:docMk/>
            <pc:sldMk cId="0" sldId="260"/>
            <ac:spMk id="3" creationId="{00000000-0000-0000-0000-000000000000}"/>
          </ac:spMkLst>
        </pc:spChg>
        <pc:picChg chg="del">
          <ac:chgData name="Mattia Albatri" userId="3e47328b-4b73-41f0-8208-ffaf322d7544" providerId="ADAL" clId="{94374D87-B7B2-4E49-AA76-C6F3E864538C}" dt="2026-07-03T09:25:02.010" v="143" actId="478"/>
          <ac:picMkLst>
            <pc:docMk/>
            <pc:sldMk cId="0" sldId="260"/>
            <ac:picMk id="4" creationId="{00000000-0000-0000-0000-000000000000}"/>
          </ac:picMkLst>
        </pc:picChg>
        <pc:picChg chg="add mod modCrop">
          <ac:chgData name="Mattia Albatri" userId="3e47328b-4b73-41f0-8208-ffaf322d7544" providerId="ADAL" clId="{94374D87-B7B2-4E49-AA76-C6F3E864538C}" dt="2026-07-03T09:25:13.218" v="145" actId="732"/>
          <ac:picMkLst>
            <pc:docMk/>
            <pc:sldMk cId="0" sldId="260"/>
            <ac:picMk id="14" creationId="{C572D06C-128D-9A78-AE4B-E5DED45CC158}"/>
          </ac:picMkLst>
        </pc:picChg>
      </pc:sldChg>
      <pc:sldChg chg="modSp mod">
        <pc:chgData name="Mattia Albatri" userId="3e47328b-4b73-41f0-8208-ffaf322d7544" providerId="ADAL" clId="{94374D87-B7B2-4E49-AA76-C6F3E864538C}" dt="2026-07-03T09:28:13.919" v="148" actId="1076"/>
        <pc:sldMkLst>
          <pc:docMk/>
          <pc:sldMk cId="0" sldId="261"/>
        </pc:sldMkLst>
        <pc:picChg chg="mod modCrop">
          <ac:chgData name="Mattia Albatri" userId="3e47328b-4b73-41f0-8208-ffaf322d7544" providerId="ADAL" clId="{94374D87-B7B2-4E49-AA76-C6F3E864538C}" dt="2026-07-03T09:28:13.919" v="148" actId="1076"/>
          <ac:picMkLst>
            <pc:docMk/>
            <pc:sldMk cId="0" sldId="261"/>
            <ac:picMk id="4" creationId="{00000000-0000-0000-0000-000000000000}"/>
          </ac:picMkLst>
        </pc:picChg>
      </pc:sldChg>
      <pc:sldChg chg="modSp mod">
        <pc:chgData name="Mattia Albatri" userId="3e47328b-4b73-41f0-8208-ffaf322d7544" providerId="ADAL" clId="{94374D87-B7B2-4E49-AA76-C6F3E864538C}" dt="2026-07-03T09:16:43.819" v="94" actId="1076"/>
        <pc:sldMkLst>
          <pc:docMk/>
          <pc:sldMk cId="0" sldId="264"/>
        </pc:sldMkLst>
        <pc:spChg chg="mod">
          <ac:chgData name="Mattia Albatri" userId="3e47328b-4b73-41f0-8208-ffaf322d7544" providerId="ADAL" clId="{94374D87-B7B2-4E49-AA76-C6F3E864538C}" dt="2026-07-03T09:16:43.819" v="94" actId="1076"/>
          <ac:spMkLst>
            <pc:docMk/>
            <pc:sldMk cId="0" sldId="264"/>
            <ac:spMk id="18" creationId="{00000000-0000-0000-0000-000000000000}"/>
          </ac:spMkLst>
        </pc:spChg>
      </pc:sldChg>
      <pc:sldChg chg="modSp mod">
        <pc:chgData name="Mattia Albatri" userId="3e47328b-4b73-41f0-8208-ffaf322d7544" providerId="ADAL" clId="{94374D87-B7B2-4E49-AA76-C6F3E864538C}" dt="2026-07-03T07:04:38.354" v="1" actId="14100"/>
        <pc:sldMkLst>
          <pc:docMk/>
          <pc:sldMk cId="0" sldId="265"/>
        </pc:sldMkLst>
        <pc:picChg chg="mod">
          <ac:chgData name="Mattia Albatri" userId="3e47328b-4b73-41f0-8208-ffaf322d7544" providerId="ADAL" clId="{94374D87-B7B2-4E49-AA76-C6F3E864538C}" dt="2026-07-03T07:04:38.354" v="1" actId="14100"/>
          <ac:picMkLst>
            <pc:docMk/>
            <pc:sldMk cId="0" sldId="265"/>
            <ac:picMk id="4" creationId="{00000000-0000-0000-0000-000000000000}"/>
          </ac:picMkLst>
        </pc:picChg>
      </pc:sldChg>
      <pc:sldChg chg="addSp delSp modSp mod">
        <pc:chgData name="Mattia Albatri" userId="3e47328b-4b73-41f0-8208-ffaf322d7544" providerId="ADAL" clId="{94374D87-B7B2-4E49-AA76-C6F3E864538C}" dt="2026-07-03T09:25:45.345" v="146" actId="1076"/>
        <pc:sldMkLst>
          <pc:docMk/>
          <pc:sldMk cId="0" sldId="267"/>
        </pc:sldMkLst>
        <pc:spChg chg="mod">
          <ac:chgData name="Mattia Albatri" userId="3e47328b-4b73-41f0-8208-ffaf322d7544" providerId="ADAL" clId="{94374D87-B7B2-4E49-AA76-C6F3E864538C}" dt="2026-07-03T07:35:27.513" v="9" actId="1036"/>
          <ac:spMkLst>
            <pc:docMk/>
            <pc:sldMk cId="0" sldId="267"/>
            <ac:spMk id="3" creationId="{00000000-0000-0000-0000-000000000000}"/>
          </ac:spMkLst>
        </pc:spChg>
        <pc:picChg chg="del">
          <ac:chgData name="Mattia Albatri" userId="3e47328b-4b73-41f0-8208-ffaf322d7544" providerId="ADAL" clId="{94374D87-B7B2-4E49-AA76-C6F3E864538C}" dt="2026-07-03T07:34:53.007" v="2" actId="478"/>
          <ac:picMkLst>
            <pc:docMk/>
            <pc:sldMk cId="0" sldId="267"/>
            <ac:picMk id="4" creationId="{00000000-0000-0000-0000-000000000000}"/>
          </ac:picMkLst>
        </pc:picChg>
        <pc:picChg chg="add mod modCrop">
          <ac:chgData name="Mattia Albatri" userId="3e47328b-4b73-41f0-8208-ffaf322d7544" providerId="ADAL" clId="{94374D87-B7B2-4E49-AA76-C6F3E864538C}" dt="2026-07-03T09:25:45.345" v="146" actId="1076"/>
          <ac:picMkLst>
            <pc:docMk/>
            <pc:sldMk cId="0" sldId="267"/>
            <ac:picMk id="14" creationId="{33C75178-5267-2861-2752-44EA32EAF049}"/>
          </ac:picMkLst>
        </pc:picChg>
      </pc:sldChg>
      <pc:sldChg chg="modSp mod">
        <pc:chgData name="Mattia Albatri" userId="3e47328b-4b73-41f0-8208-ffaf322d7544" providerId="ADAL" clId="{94374D87-B7B2-4E49-AA76-C6F3E864538C}" dt="2026-07-03T09:29:58.645" v="198" actId="20577"/>
        <pc:sldMkLst>
          <pc:docMk/>
          <pc:sldMk cId="0" sldId="270"/>
        </pc:sldMkLst>
        <pc:spChg chg="mod">
          <ac:chgData name="Mattia Albatri" userId="3e47328b-4b73-41f0-8208-ffaf322d7544" providerId="ADAL" clId="{94374D87-B7B2-4E49-AA76-C6F3E864538C}" dt="2026-07-03T09:29:39.794" v="161" actId="123"/>
          <ac:spMkLst>
            <pc:docMk/>
            <pc:sldMk cId="0" sldId="270"/>
            <ac:spMk id="3" creationId="{00000000-0000-0000-0000-000000000000}"/>
          </ac:spMkLst>
        </pc:spChg>
        <pc:spChg chg="mod">
          <ac:chgData name="Mattia Albatri" userId="3e47328b-4b73-41f0-8208-ffaf322d7544" providerId="ADAL" clId="{94374D87-B7B2-4E49-AA76-C6F3E864538C}" dt="2026-07-03T09:29:58.645" v="198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Mattia Albatri" userId="3e47328b-4b73-41f0-8208-ffaf322d7544" providerId="ADAL" clId="{94374D87-B7B2-4E49-AA76-C6F3E864538C}" dt="2026-07-03T09:29:32.058" v="160" actId="20577"/>
          <ac:spMkLst>
            <pc:docMk/>
            <pc:sldMk cId="0" sldId="270"/>
            <ac:spMk id="12" creationId="{00000000-0000-0000-0000-000000000000}"/>
          </ac:spMkLst>
        </pc:spChg>
      </pc:sldChg>
      <pc:sldChg chg="addSp delSp modSp mod">
        <pc:chgData name="Mattia Albatri" userId="3e47328b-4b73-41f0-8208-ffaf322d7544" providerId="ADAL" clId="{94374D87-B7B2-4E49-AA76-C6F3E864538C}" dt="2026-07-03T07:50:53.938" v="21" actId="732"/>
        <pc:sldMkLst>
          <pc:docMk/>
          <pc:sldMk cId="0" sldId="271"/>
        </pc:sldMkLst>
        <pc:spChg chg="add">
          <ac:chgData name="Mattia Albatri" userId="3e47328b-4b73-41f0-8208-ffaf322d7544" providerId="ADAL" clId="{94374D87-B7B2-4E49-AA76-C6F3E864538C}" dt="2026-07-03T07:49:41.568" v="14" actId="22"/>
          <ac:spMkLst>
            <pc:docMk/>
            <pc:sldMk cId="0" sldId="271"/>
            <ac:spMk id="14" creationId="{B2E32C8E-271F-B4B2-C5BB-743C60E18A37}"/>
          </ac:spMkLst>
        </pc:spChg>
        <pc:spChg chg="add">
          <ac:chgData name="Mattia Albatri" userId="3e47328b-4b73-41f0-8208-ffaf322d7544" providerId="ADAL" clId="{94374D87-B7B2-4E49-AA76-C6F3E864538C}" dt="2026-07-03T07:50:04.543" v="16"/>
          <ac:spMkLst>
            <pc:docMk/>
            <pc:sldMk cId="0" sldId="271"/>
            <ac:spMk id="16" creationId="{896A9BE4-18B8-7789-9D63-EE11D5A59E93}"/>
          </ac:spMkLst>
        </pc:spChg>
        <pc:picChg chg="del">
          <ac:chgData name="Mattia Albatri" userId="3e47328b-4b73-41f0-8208-ffaf322d7544" providerId="ADAL" clId="{94374D87-B7B2-4E49-AA76-C6F3E864538C}" dt="2026-07-03T07:49:31.296" v="13" actId="478"/>
          <ac:picMkLst>
            <pc:docMk/>
            <pc:sldMk cId="0" sldId="271"/>
            <ac:picMk id="4" creationId="{00000000-0000-0000-0000-000000000000}"/>
          </ac:picMkLst>
        </pc:picChg>
        <pc:picChg chg="add mod modCrop">
          <ac:chgData name="Mattia Albatri" userId="3e47328b-4b73-41f0-8208-ffaf322d7544" providerId="ADAL" clId="{94374D87-B7B2-4E49-AA76-C6F3E864538C}" dt="2026-07-03T07:50:53.938" v="21" actId="732"/>
          <ac:picMkLst>
            <pc:docMk/>
            <pc:sldMk cId="0" sldId="271"/>
            <ac:picMk id="18" creationId="{30807023-2B93-1383-0959-95A2D6FE1080}"/>
          </ac:picMkLst>
        </pc:picChg>
      </pc:sldChg>
      <pc:sldChg chg="addSp delSp modSp mod">
        <pc:chgData name="Mattia Albatri" userId="3e47328b-4b73-41f0-8208-ffaf322d7544" providerId="ADAL" clId="{94374D87-B7B2-4E49-AA76-C6F3E864538C}" dt="2026-07-03T07:56:07.734" v="26" actId="732"/>
        <pc:sldMkLst>
          <pc:docMk/>
          <pc:sldMk cId="0" sldId="273"/>
        </pc:sldMkLst>
        <pc:picChg chg="del">
          <ac:chgData name="Mattia Albatri" userId="3e47328b-4b73-41f0-8208-ffaf322d7544" providerId="ADAL" clId="{94374D87-B7B2-4E49-AA76-C6F3E864538C}" dt="2026-07-03T07:55:40.569" v="22" actId="478"/>
          <ac:picMkLst>
            <pc:docMk/>
            <pc:sldMk cId="0" sldId="273"/>
            <ac:picMk id="4" creationId="{00000000-0000-0000-0000-000000000000}"/>
          </ac:picMkLst>
        </pc:picChg>
        <pc:picChg chg="add mod modCrop">
          <ac:chgData name="Mattia Albatri" userId="3e47328b-4b73-41f0-8208-ffaf322d7544" providerId="ADAL" clId="{94374D87-B7B2-4E49-AA76-C6F3E864538C}" dt="2026-07-03T07:56:07.734" v="26" actId="732"/>
          <ac:picMkLst>
            <pc:docMk/>
            <pc:sldMk cId="0" sldId="273"/>
            <ac:picMk id="14" creationId="{F631DDEE-2767-9545-B770-C619BF180A80}"/>
          </ac:picMkLst>
        </pc:picChg>
      </pc:sldChg>
      <pc:sldChg chg="addSp delSp modSp mod">
        <pc:chgData name="Mattia Albatri" userId="3e47328b-4b73-41f0-8208-ffaf322d7544" providerId="ADAL" clId="{94374D87-B7B2-4E49-AA76-C6F3E864538C}" dt="2026-07-03T09:31:34.567" v="223" actId="20577"/>
        <pc:sldMkLst>
          <pc:docMk/>
          <pc:sldMk cId="0" sldId="274"/>
        </pc:sldMkLst>
        <pc:spChg chg="mod">
          <ac:chgData name="Mattia Albatri" userId="3e47328b-4b73-41f0-8208-ffaf322d7544" providerId="ADAL" clId="{94374D87-B7B2-4E49-AA76-C6F3E864538C}" dt="2026-07-03T09:31:25.629" v="217" actId="20577"/>
          <ac:spMkLst>
            <pc:docMk/>
            <pc:sldMk cId="0" sldId="274"/>
            <ac:spMk id="7" creationId="{00000000-0000-0000-0000-000000000000}"/>
          </ac:spMkLst>
        </pc:spChg>
        <pc:spChg chg="mod">
          <ac:chgData name="Mattia Albatri" userId="3e47328b-4b73-41f0-8208-ffaf322d7544" providerId="ADAL" clId="{94374D87-B7B2-4E49-AA76-C6F3E864538C}" dt="2026-07-03T09:31:34.567" v="223" actId="20577"/>
          <ac:spMkLst>
            <pc:docMk/>
            <pc:sldMk cId="0" sldId="274"/>
            <ac:spMk id="9" creationId="{00000000-0000-0000-0000-000000000000}"/>
          </ac:spMkLst>
        </pc:spChg>
        <pc:spChg chg="add del mod">
          <ac:chgData name="Mattia Albatri" userId="3e47328b-4b73-41f0-8208-ffaf322d7544" providerId="ADAL" clId="{94374D87-B7B2-4E49-AA76-C6F3E864538C}" dt="2026-07-03T09:18:03.818" v="109"/>
          <ac:spMkLst>
            <pc:docMk/>
            <pc:sldMk cId="0" sldId="274"/>
            <ac:spMk id="16" creationId="{90674518-C9B7-53A8-D308-A10E8D1CDB0B}"/>
          </ac:spMkLst>
        </pc:spChg>
        <pc:picChg chg="del">
          <ac:chgData name="Mattia Albatri" userId="3e47328b-4b73-41f0-8208-ffaf322d7544" providerId="ADAL" clId="{94374D87-B7B2-4E49-AA76-C6F3E864538C}" dt="2026-07-03T09:03:08.063" v="90" actId="478"/>
          <ac:picMkLst>
            <pc:docMk/>
            <pc:sldMk cId="0" sldId="274"/>
            <ac:picMk id="4" creationId="{00000000-0000-0000-0000-000000000000}"/>
          </ac:picMkLst>
        </pc:picChg>
        <pc:picChg chg="add mod modCrop">
          <ac:chgData name="Mattia Albatri" userId="3e47328b-4b73-41f0-8208-ffaf322d7544" providerId="ADAL" clId="{94374D87-B7B2-4E49-AA76-C6F3E864538C}" dt="2026-07-03T09:18:13.681" v="110" actId="732"/>
          <ac:picMkLst>
            <pc:docMk/>
            <pc:sldMk cId="0" sldId="274"/>
            <ac:picMk id="14" creationId="{10C5A7E5-0471-9322-72DC-B15B9D338EA1}"/>
          </ac:picMkLst>
        </pc:picChg>
      </pc:sldChg>
      <pc:sldChg chg="modSp mod">
        <pc:chgData name="Mattia Albatri" userId="3e47328b-4b73-41f0-8208-ffaf322d7544" providerId="ADAL" clId="{94374D87-B7B2-4E49-AA76-C6F3E864538C}" dt="2026-07-03T08:02:31.192" v="50" actId="20577"/>
        <pc:sldMkLst>
          <pc:docMk/>
          <pc:sldMk cId="0" sldId="275"/>
        </pc:sldMkLst>
        <pc:spChg chg="mod">
          <ac:chgData name="Mattia Albatri" userId="3e47328b-4b73-41f0-8208-ffaf322d7544" providerId="ADAL" clId="{94374D87-B7B2-4E49-AA76-C6F3E864538C}" dt="2026-07-03T08:02:31.192" v="50" actId="20577"/>
          <ac:spMkLst>
            <pc:docMk/>
            <pc:sldMk cId="0" sldId="275"/>
            <ac:spMk id="3" creationId="{00000000-0000-0000-0000-000000000000}"/>
          </ac:spMkLst>
        </pc:spChg>
      </pc:sldChg>
    </pc:docChg>
  </pc:docChgLst>
  <pc:docChgLst>
    <pc:chgData name="Filippo Di Noia" userId="a818361c-10bd-48a9-8d88-2f51d534c7ed" providerId="ADAL" clId="{07890437-4019-49EB-A1B3-62BDDA8F79CF}"/>
    <pc:docChg chg="undo custSel addSld delSld modSld sldOrd">
      <pc:chgData name="Filippo Di Noia" userId="a818361c-10bd-48a9-8d88-2f51d534c7ed" providerId="ADAL" clId="{07890437-4019-49EB-A1B3-62BDDA8F79CF}" dt="2026-07-03T12:34:39.407" v="959" actId="20577"/>
      <pc:docMkLst>
        <pc:docMk/>
      </pc:docMkLst>
      <pc:sldChg chg="modSp mod">
        <pc:chgData name="Filippo Di Noia" userId="a818361c-10bd-48a9-8d88-2f51d534c7ed" providerId="ADAL" clId="{07890437-4019-49EB-A1B3-62BDDA8F79CF}" dt="2026-07-03T11:45:26.332" v="460" actId="20577"/>
        <pc:sldMkLst>
          <pc:docMk/>
          <pc:sldMk cId="0" sldId="256"/>
        </pc:sldMkLst>
        <pc:spChg chg="mod">
          <ac:chgData name="Filippo Di Noia" userId="a818361c-10bd-48a9-8d88-2f51d534c7ed" providerId="ADAL" clId="{07890437-4019-49EB-A1B3-62BDDA8F79CF}" dt="2026-07-03T11:45:15.597" v="457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Filippo Di Noia" userId="a818361c-10bd-48a9-8d88-2f51d534c7ed" providerId="ADAL" clId="{07890437-4019-49EB-A1B3-62BDDA8F79CF}" dt="2026-07-03T11:45:26.332" v="460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Filippo Di Noia" userId="a818361c-10bd-48a9-8d88-2f51d534c7ed" providerId="ADAL" clId="{07890437-4019-49EB-A1B3-62BDDA8F79CF}" dt="2026-07-03T12:33:41.491" v="939" actId="1076"/>
        <pc:sldMkLst>
          <pc:docMk/>
          <pc:sldMk cId="0" sldId="260"/>
        </pc:sldMkLst>
        <pc:picChg chg="mod">
          <ac:chgData name="Filippo Di Noia" userId="a818361c-10bd-48a9-8d88-2f51d534c7ed" providerId="ADAL" clId="{07890437-4019-49EB-A1B3-62BDDA8F79CF}" dt="2026-07-03T12:33:41.491" v="939" actId="1076"/>
          <ac:picMkLst>
            <pc:docMk/>
            <pc:sldMk cId="0" sldId="260"/>
            <ac:picMk id="14" creationId="{C572D06C-128D-9A78-AE4B-E5DED45CC158}"/>
          </ac:picMkLst>
        </pc:picChg>
      </pc:sldChg>
      <pc:sldChg chg="addSp delSp modSp mod">
        <pc:chgData name="Filippo Di Noia" userId="a818361c-10bd-48a9-8d88-2f51d534c7ed" providerId="ADAL" clId="{07890437-4019-49EB-A1B3-62BDDA8F79CF}" dt="2026-07-03T10:12:22.829" v="36" actId="1076"/>
        <pc:sldMkLst>
          <pc:docMk/>
          <pc:sldMk cId="0" sldId="261"/>
        </pc:sldMkLst>
        <pc:picChg chg="del">
          <ac:chgData name="Filippo Di Noia" userId="a818361c-10bd-48a9-8d88-2f51d534c7ed" providerId="ADAL" clId="{07890437-4019-49EB-A1B3-62BDDA8F79CF}" dt="2026-07-03T10:12:16.672" v="34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Filippo Di Noia" userId="a818361c-10bd-48a9-8d88-2f51d534c7ed" providerId="ADAL" clId="{07890437-4019-49EB-A1B3-62BDDA8F79CF}" dt="2026-07-03T10:12:22.829" v="36" actId="1076"/>
          <ac:picMkLst>
            <pc:docMk/>
            <pc:sldMk cId="0" sldId="261"/>
            <ac:picMk id="14" creationId="{D9BE9A83-AD43-A047-E9C5-8874A41F3CA3}"/>
          </ac:picMkLst>
        </pc:picChg>
      </pc:sldChg>
      <pc:sldChg chg="modSp del mod">
        <pc:chgData name="Filippo Di Noia" userId="a818361c-10bd-48a9-8d88-2f51d534c7ed" providerId="ADAL" clId="{07890437-4019-49EB-A1B3-62BDDA8F79CF}" dt="2026-07-03T10:06:45.315" v="4" actId="47"/>
        <pc:sldMkLst>
          <pc:docMk/>
          <pc:sldMk cId="0" sldId="268"/>
        </pc:sldMkLst>
        <pc:spChg chg="mod">
          <ac:chgData name="Filippo Di Noia" userId="a818361c-10bd-48a9-8d88-2f51d534c7ed" providerId="ADAL" clId="{07890437-4019-49EB-A1B3-62BDDA8F79CF}" dt="2026-07-03T10:04:46.035" v="3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Filippo Di Noia" userId="a818361c-10bd-48a9-8d88-2f51d534c7ed" providerId="ADAL" clId="{07890437-4019-49EB-A1B3-62BDDA8F79CF}" dt="2026-07-03T10:10:57.823" v="31" actId="20577"/>
        <pc:sldMkLst>
          <pc:docMk/>
          <pc:sldMk cId="0" sldId="270"/>
        </pc:sldMkLst>
        <pc:spChg chg="mod">
          <ac:chgData name="Filippo Di Noia" userId="a818361c-10bd-48a9-8d88-2f51d534c7ed" providerId="ADAL" clId="{07890437-4019-49EB-A1B3-62BDDA8F79CF}" dt="2026-07-03T10:10:57.823" v="31" actId="2057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Filippo Di Noia" userId="a818361c-10bd-48a9-8d88-2f51d534c7ed" providerId="ADAL" clId="{07890437-4019-49EB-A1B3-62BDDA8F79CF}" dt="2026-07-03T10:07:54.491" v="12" actId="20577"/>
          <ac:spMkLst>
            <pc:docMk/>
            <pc:sldMk cId="0" sldId="270"/>
            <ac:spMk id="12" creationId="{00000000-0000-0000-0000-000000000000}"/>
          </ac:spMkLst>
        </pc:spChg>
      </pc:sldChg>
      <pc:sldChg chg="del">
        <pc:chgData name="Filippo Di Noia" userId="a818361c-10bd-48a9-8d88-2f51d534c7ed" providerId="ADAL" clId="{07890437-4019-49EB-A1B3-62BDDA8F79CF}" dt="2026-07-03T09:42:44.705" v="0" actId="47"/>
        <pc:sldMkLst>
          <pc:docMk/>
          <pc:sldMk cId="0" sldId="275"/>
        </pc:sldMkLst>
      </pc:sldChg>
      <pc:sldChg chg="del">
        <pc:chgData name="Filippo Di Noia" userId="a818361c-10bd-48a9-8d88-2f51d534c7ed" providerId="ADAL" clId="{07890437-4019-49EB-A1B3-62BDDA8F79CF}" dt="2026-07-03T11:52:41.050" v="461" actId="47"/>
        <pc:sldMkLst>
          <pc:docMk/>
          <pc:sldMk cId="0" sldId="276"/>
        </pc:sldMkLst>
      </pc:sldChg>
      <pc:sldChg chg="addSp delSp modSp del mod">
        <pc:chgData name="Filippo Di Noia" userId="a818361c-10bd-48a9-8d88-2f51d534c7ed" providerId="ADAL" clId="{07890437-4019-49EB-A1B3-62BDDA8F79CF}" dt="2026-07-03T10:59:07.817" v="308" actId="47"/>
        <pc:sldMkLst>
          <pc:docMk/>
          <pc:sldMk cId="0" sldId="277"/>
        </pc:sldMkLst>
        <pc:spChg chg="mod">
          <ac:chgData name="Filippo Di Noia" userId="a818361c-10bd-48a9-8d88-2f51d534c7ed" providerId="ADAL" clId="{07890437-4019-49EB-A1B3-62BDDA8F79CF}" dt="2026-07-03T10:58:34.634" v="268" actId="20577"/>
          <ac:spMkLst>
            <pc:docMk/>
            <pc:sldMk cId="0" sldId="277"/>
            <ac:spMk id="4" creationId="{00000000-0000-0000-0000-000000000000}"/>
          </ac:spMkLst>
        </pc:spChg>
        <pc:spChg chg="add del mod">
          <ac:chgData name="Filippo Di Noia" userId="a818361c-10bd-48a9-8d88-2f51d534c7ed" providerId="ADAL" clId="{07890437-4019-49EB-A1B3-62BDDA8F79CF}" dt="2026-07-03T10:58:33.945" v="266" actId="1076"/>
          <ac:spMkLst>
            <pc:docMk/>
            <pc:sldMk cId="0" sldId="277"/>
            <ac:spMk id="5" creationId="{00000000-0000-0000-0000-000000000000}"/>
          </ac:spMkLst>
        </pc:spChg>
        <pc:spChg chg="add del mod">
          <ac:chgData name="Filippo Di Noia" userId="a818361c-10bd-48a9-8d88-2f51d534c7ed" providerId="ADAL" clId="{07890437-4019-49EB-A1B3-62BDDA8F79CF}" dt="2026-07-03T10:59:02.915" v="307"/>
          <ac:spMkLst>
            <pc:docMk/>
            <pc:sldMk cId="0" sldId="277"/>
            <ac:spMk id="9" creationId="{60E281E5-1C55-8B74-E10E-7FA4598D990D}"/>
          </ac:spMkLst>
        </pc:spChg>
        <pc:graphicFrameChg chg="add mod modGraphic">
          <ac:chgData name="Filippo Di Noia" userId="a818361c-10bd-48a9-8d88-2f51d534c7ed" providerId="ADAL" clId="{07890437-4019-49EB-A1B3-62BDDA8F79CF}" dt="2026-07-03T10:58:58.807" v="305" actId="20577"/>
          <ac:graphicFrameMkLst>
            <pc:docMk/>
            <pc:sldMk cId="0" sldId="277"/>
            <ac:graphicFrameMk id="7" creationId="{82B454B8-2CD0-7227-2F5C-D60CA8564D5C}"/>
          </ac:graphicFrameMkLst>
        </pc:graphicFrameChg>
        <pc:picChg chg="add">
          <ac:chgData name="Filippo Di Noia" userId="a818361c-10bd-48a9-8d88-2f51d534c7ed" providerId="ADAL" clId="{07890437-4019-49EB-A1B3-62BDDA8F79CF}" dt="2026-07-03T10:58:03.119" v="249"/>
          <ac:picMkLst>
            <pc:docMk/>
            <pc:sldMk cId="0" sldId="277"/>
            <ac:picMk id="10" creationId="{D42BBC3C-1206-B0FF-7223-CFB8676A4922}"/>
          </ac:picMkLst>
        </pc:picChg>
      </pc:sldChg>
      <pc:sldChg chg="addSp delSp modSp add mod ord setBg">
        <pc:chgData name="Filippo Di Noia" userId="a818361c-10bd-48a9-8d88-2f51d534c7ed" providerId="ADAL" clId="{07890437-4019-49EB-A1B3-62BDDA8F79CF}" dt="2026-07-03T12:34:39.407" v="959" actId="20577"/>
        <pc:sldMkLst>
          <pc:docMk/>
          <pc:sldMk cId="961562707" sldId="278"/>
        </pc:sldMkLst>
        <pc:spChg chg="mod">
          <ac:chgData name="Filippo Di Noia" userId="a818361c-10bd-48a9-8d88-2f51d534c7ed" providerId="ADAL" clId="{07890437-4019-49EB-A1B3-62BDDA8F79CF}" dt="2026-07-03T12:34:39.407" v="959" actId="20577"/>
          <ac:spMkLst>
            <pc:docMk/>
            <pc:sldMk cId="961562707" sldId="278"/>
            <ac:spMk id="3" creationId="{9F7FC33D-F5C3-107E-3DF0-B6125475C5E0}"/>
          </ac:spMkLst>
        </pc:spChg>
        <pc:spChg chg="del mod">
          <ac:chgData name="Filippo Di Noia" userId="a818361c-10bd-48a9-8d88-2f51d534c7ed" providerId="ADAL" clId="{07890437-4019-49EB-A1B3-62BDDA8F79CF}" dt="2026-07-03T11:17:56.545" v="391" actId="478"/>
          <ac:spMkLst>
            <pc:docMk/>
            <pc:sldMk cId="961562707" sldId="278"/>
            <ac:spMk id="4" creationId="{4B5276E9-54B1-F7B3-4798-7D0A234C3630}"/>
          </ac:spMkLst>
        </pc:spChg>
        <pc:spChg chg="del mod">
          <ac:chgData name="Filippo Di Noia" userId="a818361c-10bd-48a9-8d88-2f51d534c7ed" providerId="ADAL" clId="{07890437-4019-49EB-A1B3-62BDDA8F79CF}" dt="2026-07-03T11:17:04.927" v="384" actId="478"/>
          <ac:spMkLst>
            <pc:docMk/>
            <pc:sldMk cId="961562707" sldId="278"/>
            <ac:spMk id="5" creationId="{41EFC70D-6C6F-4A89-46E8-BF33D27A735D}"/>
          </ac:spMkLst>
        </pc:spChg>
        <pc:spChg chg="mod ord">
          <ac:chgData name="Filippo Di Noia" userId="a818361c-10bd-48a9-8d88-2f51d534c7ed" providerId="ADAL" clId="{07890437-4019-49EB-A1B3-62BDDA8F79CF}" dt="2026-07-03T11:17:43.659" v="389" actId="1076"/>
          <ac:spMkLst>
            <pc:docMk/>
            <pc:sldMk cId="961562707" sldId="278"/>
            <ac:spMk id="6" creationId="{2F5CDC08-631C-E876-761D-9A60E62BFC93}"/>
          </ac:spMkLst>
        </pc:spChg>
        <pc:spChg chg="mod">
          <ac:chgData name="Filippo Di Noia" userId="a818361c-10bd-48a9-8d88-2f51d534c7ed" providerId="ADAL" clId="{07890437-4019-49EB-A1B3-62BDDA8F79CF}" dt="2026-07-03T11:18:14.459" v="402" actId="1076"/>
          <ac:spMkLst>
            <pc:docMk/>
            <pc:sldMk cId="961562707" sldId="278"/>
            <ac:spMk id="7" creationId="{B0DADE62-361E-DC4A-2E1C-C5420A8BE0E5}"/>
          </ac:spMkLst>
        </pc:spChg>
        <pc:spChg chg="mod">
          <ac:chgData name="Filippo Di Noia" userId="a818361c-10bd-48a9-8d88-2f51d534c7ed" providerId="ADAL" clId="{07890437-4019-49EB-A1B3-62BDDA8F79CF}" dt="2026-07-03T11:10:39.719" v="354" actId="2711"/>
          <ac:spMkLst>
            <pc:docMk/>
            <pc:sldMk cId="961562707" sldId="278"/>
            <ac:spMk id="8" creationId="{FF0A9BD0-9701-2B3A-1C14-2D12B92CB8E8}"/>
          </ac:spMkLst>
        </pc:spChg>
        <pc:spChg chg="del mod">
          <ac:chgData name="Filippo Di Noia" userId="a818361c-10bd-48a9-8d88-2f51d534c7ed" providerId="ADAL" clId="{07890437-4019-49EB-A1B3-62BDDA8F79CF}" dt="2026-07-03T11:18:02.151" v="394" actId="478"/>
          <ac:spMkLst>
            <pc:docMk/>
            <pc:sldMk cId="961562707" sldId="278"/>
            <ac:spMk id="9" creationId="{155F19C9-F7FC-D30E-0FB1-CB15FCDE1119}"/>
          </ac:spMkLst>
        </pc:spChg>
        <pc:spChg chg="mod">
          <ac:chgData name="Filippo Di Noia" userId="a818361c-10bd-48a9-8d88-2f51d534c7ed" providerId="ADAL" clId="{07890437-4019-49EB-A1B3-62BDDA8F79CF}" dt="2026-07-03T11:20:46.993" v="427" actId="1076"/>
          <ac:spMkLst>
            <pc:docMk/>
            <pc:sldMk cId="961562707" sldId="278"/>
            <ac:spMk id="10" creationId="{02A1FF86-2175-64EF-AA3D-BB073A1CAC11}"/>
          </ac:spMkLst>
        </pc:spChg>
        <pc:spChg chg="mod">
          <ac:chgData name="Filippo Di Noia" userId="a818361c-10bd-48a9-8d88-2f51d534c7ed" providerId="ADAL" clId="{07890437-4019-49EB-A1B3-62BDDA8F79CF}" dt="2026-07-03T11:20:46.993" v="427" actId="1076"/>
          <ac:spMkLst>
            <pc:docMk/>
            <pc:sldMk cId="961562707" sldId="278"/>
            <ac:spMk id="11" creationId="{D7B19B35-15B1-C3A6-0656-6329CD0C0F3F}"/>
          </ac:spMkLst>
        </pc:spChg>
        <pc:spChg chg="mod">
          <ac:chgData name="Filippo Di Noia" userId="a818361c-10bd-48a9-8d88-2f51d534c7ed" providerId="ADAL" clId="{07890437-4019-49EB-A1B3-62BDDA8F79CF}" dt="2026-07-03T11:20:46.993" v="427" actId="1076"/>
          <ac:spMkLst>
            <pc:docMk/>
            <pc:sldMk cId="961562707" sldId="278"/>
            <ac:spMk id="12" creationId="{1BAA3BA8-5C6C-E445-C13B-6C04622C3849}"/>
          </ac:spMkLst>
        </pc:spChg>
        <pc:spChg chg="mod">
          <ac:chgData name="Filippo Di Noia" userId="a818361c-10bd-48a9-8d88-2f51d534c7ed" providerId="ADAL" clId="{07890437-4019-49EB-A1B3-62BDDA8F79CF}" dt="2026-07-03T11:20:46.993" v="427" actId="1076"/>
          <ac:spMkLst>
            <pc:docMk/>
            <pc:sldMk cId="961562707" sldId="278"/>
            <ac:spMk id="13" creationId="{DF3344DB-C4E3-BD4B-6AE3-1C8F96F07935}"/>
          </ac:spMkLst>
        </pc:spChg>
        <pc:spChg chg="mod ord">
          <ac:chgData name="Filippo Di Noia" userId="a818361c-10bd-48a9-8d88-2f51d534c7ed" providerId="ADAL" clId="{07890437-4019-49EB-A1B3-62BDDA8F79CF}" dt="2026-07-03T11:20:11.398" v="421" actId="207"/>
          <ac:spMkLst>
            <pc:docMk/>
            <pc:sldMk cId="961562707" sldId="278"/>
            <ac:spMk id="14" creationId="{83CD2D1E-5EA2-D799-AA64-99041789F7FE}"/>
          </ac:spMkLst>
        </pc:spChg>
        <pc:spChg chg="del mod">
          <ac:chgData name="Filippo Di Noia" userId="a818361c-10bd-48a9-8d88-2f51d534c7ed" providerId="ADAL" clId="{07890437-4019-49EB-A1B3-62BDDA8F79CF}" dt="2026-07-03T11:15:48.873" v="366" actId="478"/>
          <ac:spMkLst>
            <pc:docMk/>
            <pc:sldMk cId="961562707" sldId="278"/>
            <ac:spMk id="15" creationId="{125F27A4-A85B-FA0A-D8B0-BB3E9144A94B}"/>
          </ac:spMkLst>
        </pc:spChg>
        <pc:spChg chg="mod">
          <ac:chgData name="Filippo Di Noia" userId="a818361c-10bd-48a9-8d88-2f51d534c7ed" providerId="ADAL" clId="{07890437-4019-49EB-A1B3-62BDDA8F79CF}" dt="2026-07-03T11:18:52.292" v="407" actId="1076"/>
          <ac:spMkLst>
            <pc:docMk/>
            <pc:sldMk cId="961562707" sldId="278"/>
            <ac:spMk id="16" creationId="{1100080B-3EA1-6461-A0E6-C5E2793B71AD}"/>
          </ac:spMkLst>
        </pc:spChg>
        <pc:spChg chg="mod">
          <ac:chgData name="Filippo Di Noia" userId="a818361c-10bd-48a9-8d88-2f51d534c7ed" providerId="ADAL" clId="{07890437-4019-49EB-A1B3-62BDDA8F79CF}" dt="2026-07-03T11:18:57.919" v="408" actId="1076"/>
          <ac:spMkLst>
            <pc:docMk/>
            <pc:sldMk cId="961562707" sldId="278"/>
            <ac:spMk id="17" creationId="{5E88B6D3-742E-CCF9-629F-5CE41D7353A0}"/>
          </ac:spMkLst>
        </pc:spChg>
        <pc:spChg chg="mod">
          <ac:chgData name="Filippo Di Noia" userId="a818361c-10bd-48a9-8d88-2f51d534c7ed" providerId="ADAL" clId="{07890437-4019-49EB-A1B3-62BDDA8F79CF}" dt="2026-07-03T11:18:52.292" v="407" actId="1076"/>
          <ac:spMkLst>
            <pc:docMk/>
            <pc:sldMk cId="961562707" sldId="278"/>
            <ac:spMk id="18" creationId="{A0304C19-4536-53E4-6C96-65B752015841}"/>
          </ac:spMkLst>
        </pc:spChg>
        <pc:spChg chg="del mod">
          <ac:chgData name="Filippo Di Noia" userId="a818361c-10bd-48a9-8d88-2f51d534c7ed" providerId="ADAL" clId="{07890437-4019-49EB-A1B3-62BDDA8F79CF}" dt="2026-07-03T11:17:59.107" v="392" actId="478"/>
          <ac:spMkLst>
            <pc:docMk/>
            <pc:sldMk cId="961562707" sldId="278"/>
            <ac:spMk id="19" creationId="{83804EA5-90DC-2AC4-5C64-C2F22BA12F69}"/>
          </ac:spMkLst>
        </pc:spChg>
        <pc:spChg chg="del mod">
          <ac:chgData name="Filippo Di Noia" userId="a818361c-10bd-48a9-8d88-2f51d534c7ed" providerId="ADAL" clId="{07890437-4019-49EB-A1B3-62BDDA8F79CF}" dt="2026-07-03T11:16:33.271" v="375" actId="478"/>
          <ac:spMkLst>
            <pc:docMk/>
            <pc:sldMk cId="961562707" sldId="278"/>
            <ac:spMk id="20" creationId="{27A6568E-0015-CF6E-4A4D-D76637CEE25E}"/>
          </ac:spMkLst>
        </pc:spChg>
        <pc:spChg chg="mod ord">
          <ac:chgData name="Filippo Di Noia" userId="a818361c-10bd-48a9-8d88-2f51d534c7ed" providerId="ADAL" clId="{07890437-4019-49EB-A1B3-62BDDA8F79CF}" dt="2026-07-03T11:16:51.053" v="379" actId="1076"/>
          <ac:spMkLst>
            <pc:docMk/>
            <pc:sldMk cId="961562707" sldId="278"/>
            <ac:spMk id="21" creationId="{EEBD33F5-71A7-123B-BA3C-FC85095D7405}"/>
          </ac:spMkLst>
        </pc:spChg>
        <pc:spChg chg="mod">
          <ac:chgData name="Filippo Di Noia" userId="a818361c-10bd-48a9-8d88-2f51d534c7ed" providerId="ADAL" clId="{07890437-4019-49EB-A1B3-62BDDA8F79CF}" dt="2026-07-03T10:21:21.405" v="140" actId="1076"/>
          <ac:spMkLst>
            <pc:docMk/>
            <pc:sldMk cId="961562707" sldId="278"/>
            <ac:spMk id="22" creationId="{B0611745-8291-30EF-D31D-471173401177}"/>
          </ac:spMkLst>
        </pc:spChg>
        <pc:spChg chg="mod">
          <ac:chgData name="Filippo Di Noia" userId="a818361c-10bd-48a9-8d88-2f51d534c7ed" providerId="ADAL" clId="{07890437-4019-49EB-A1B3-62BDDA8F79CF}" dt="2026-07-03T11:11:19.516" v="360" actId="2711"/>
          <ac:spMkLst>
            <pc:docMk/>
            <pc:sldMk cId="961562707" sldId="278"/>
            <ac:spMk id="23" creationId="{8BE3D661-5078-C262-3EBB-A7B7A203E7F9}"/>
          </ac:spMkLst>
        </pc:spChg>
        <pc:spChg chg="add del mod">
          <ac:chgData name="Filippo Di Noia" userId="a818361c-10bd-48a9-8d88-2f51d534c7ed" providerId="ADAL" clId="{07890437-4019-49EB-A1B3-62BDDA8F79CF}" dt="2026-07-03T11:18:00.697" v="393" actId="478"/>
          <ac:spMkLst>
            <pc:docMk/>
            <pc:sldMk cId="961562707" sldId="278"/>
            <ac:spMk id="25" creationId="{E35909FD-B819-CEAB-DE1C-0EF0F99D86C3}"/>
          </ac:spMkLst>
        </pc:spChg>
        <pc:spChg chg="add mod">
          <ac:chgData name="Filippo Di Noia" userId="a818361c-10bd-48a9-8d88-2f51d534c7ed" providerId="ADAL" clId="{07890437-4019-49EB-A1B3-62BDDA8F79CF}" dt="2026-07-03T11:22:29.065" v="443" actId="207"/>
          <ac:spMkLst>
            <pc:docMk/>
            <pc:sldMk cId="961562707" sldId="278"/>
            <ac:spMk id="26" creationId="{9B58F074-3D2A-FA27-332D-F19CEBEB78EB}"/>
          </ac:spMkLst>
        </pc:spChg>
        <pc:spChg chg="add mod">
          <ac:chgData name="Filippo Di Noia" userId="a818361c-10bd-48a9-8d88-2f51d534c7ed" providerId="ADAL" clId="{07890437-4019-49EB-A1B3-62BDDA8F79CF}" dt="2026-07-03T11:22:07.273" v="441" actId="1076"/>
          <ac:spMkLst>
            <pc:docMk/>
            <pc:sldMk cId="961562707" sldId="278"/>
            <ac:spMk id="27" creationId="{0B6F4059-25F4-9B36-88DF-CF947BC1CBEB}"/>
          </ac:spMkLst>
        </pc:spChg>
        <pc:spChg chg="add mod">
          <ac:chgData name="Filippo Di Noia" userId="a818361c-10bd-48a9-8d88-2f51d534c7ed" providerId="ADAL" clId="{07890437-4019-49EB-A1B3-62BDDA8F79CF}" dt="2026-07-03T11:22:11.572" v="442" actId="1076"/>
          <ac:spMkLst>
            <pc:docMk/>
            <pc:sldMk cId="961562707" sldId="278"/>
            <ac:spMk id="28" creationId="{D8D56581-8250-E182-DB48-64D7E0565969}"/>
          </ac:spMkLst>
        </pc:spChg>
        <pc:spChg chg="add mod">
          <ac:chgData name="Filippo Di Noia" userId="a818361c-10bd-48a9-8d88-2f51d534c7ed" providerId="ADAL" clId="{07890437-4019-49EB-A1B3-62BDDA8F79CF}" dt="2026-07-03T11:21:56.770" v="439" actId="14100"/>
          <ac:spMkLst>
            <pc:docMk/>
            <pc:sldMk cId="961562707" sldId="278"/>
            <ac:spMk id="29" creationId="{F6285056-3C97-B9A3-395D-46F6F4269D01}"/>
          </ac:spMkLst>
        </pc:spChg>
        <pc:spChg chg="add mod ord">
          <ac:chgData name="Filippo Di Noia" userId="a818361c-10bd-48a9-8d88-2f51d534c7ed" providerId="ADAL" clId="{07890437-4019-49EB-A1B3-62BDDA8F79CF}" dt="2026-07-03T11:20:01.454" v="420" actId="207"/>
          <ac:spMkLst>
            <pc:docMk/>
            <pc:sldMk cId="961562707" sldId="278"/>
            <ac:spMk id="30" creationId="{82AEE778-8121-4DD0-E21E-32EEAF010292}"/>
          </ac:spMkLst>
        </pc:spChg>
        <pc:spChg chg="add mod">
          <ac:chgData name="Filippo Di Noia" userId="a818361c-10bd-48a9-8d88-2f51d534c7ed" providerId="ADAL" clId="{07890437-4019-49EB-A1B3-62BDDA8F79CF}" dt="2026-07-03T11:20:20.107" v="422" actId="207"/>
          <ac:spMkLst>
            <pc:docMk/>
            <pc:sldMk cId="961562707" sldId="278"/>
            <ac:spMk id="31" creationId="{102115C9-5566-6E9B-F42D-8454A3B12665}"/>
          </ac:spMkLst>
        </pc:spChg>
        <pc:spChg chg="add mod">
          <ac:chgData name="Filippo Di Noia" userId="a818361c-10bd-48a9-8d88-2f51d534c7ed" providerId="ADAL" clId="{07890437-4019-49EB-A1B3-62BDDA8F79CF}" dt="2026-07-03T11:17:11.951" v="386" actId="1076"/>
          <ac:spMkLst>
            <pc:docMk/>
            <pc:sldMk cId="961562707" sldId="278"/>
            <ac:spMk id="32" creationId="{15EEDD21-CD80-9235-B7E7-5DBDE596AF73}"/>
          </ac:spMkLst>
        </pc:spChg>
        <pc:spChg chg="add mod ord">
          <ac:chgData name="Filippo Di Noia" userId="a818361c-10bd-48a9-8d88-2f51d534c7ed" providerId="ADAL" clId="{07890437-4019-49EB-A1B3-62BDDA8F79CF}" dt="2026-07-03T11:18:20.036" v="403" actId="1076"/>
          <ac:spMkLst>
            <pc:docMk/>
            <pc:sldMk cId="961562707" sldId="278"/>
            <ac:spMk id="33" creationId="{7FF4B094-30F0-AED5-6A6C-64D2D56293E0}"/>
          </ac:spMkLst>
        </pc:spChg>
        <pc:spChg chg="add mod ord">
          <ac:chgData name="Filippo Di Noia" userId="a818361c-10bd-48a9-8d88-2f51d534c7ed" providerId="ADAL" clId="{07890437-4019-49EB-A1B3-62BDDA8F79CF}" dt="2026-07-03T11:20:26.103" v="423" actId="207"/>
          <ac:spMkLst>
            <pc:docMk/>
            <pc:sldMk cId="961562707" sldId="278"/>
            <ac:spMk id="34" creationId="{81A014D3-4CC2-BC03-6324-38CF218A3752}"/>
          </ac:spMkLst>
        </pc:spChg>
        <pc:spChg chg="add mod ord">
          <ac:chgData name="Filippo Di Noia" userId="a818361c-10bd-48a9-8d88-2f51d534c7ed" providerId="ADAL" clId="{07890437-4019-49EB-A1B3-62BDDA8F79CF}" dt="2026-07-03T11:20:46.993" v="427" actId="1076"/>
          <ac:spMkLst>
            <pc:docMk/>
            <pc:sldMk cId="961562707" sldId="278"/>
            <ac:spMk id="35" creationId="{0D1BEF4B-C6A6-6D6F-8468-62824E418327}"/>
          </ac:spMkLst>
        </pc:spChg>
        <pc:spChg chg="add mod ord">
          <ac:chgData name="Filippo Di Noia" userId="a818361c-10bd-48a9-8d88-2f51d534c7ed" providerId="ADAL" clId="{07890437-4019-49EB-A1B3-62BDDA8F79CF}" dt="2026-07-03T11:22:37.416" v="444" actId="207"/>
          <ac:spMkLst>
            <pc:docMk/>
            <pc:sldMk cId="961562707" sldId="278"/>
            <ac:spMk id="36" creationId="{6174FB8B-1F47-EC2F-B86F-8B87FDC965BE}"/>
          </ac:spMkLst>
        </pc:spChg>
      </pc:sldChg>
      <pc:sldChg chg="addSp delSp modSp add mod">
        <pc:chgData name="Filippo Di Noia" userId="a818361c-10bd-48a9-8d88-2f51d534c7ed" providerId="ADAL" clId="{07890437-4019-49EB-A1B3-62BDDA8F79CF}" dt="2026-07-03T11:53:03.935" v="462" actId="1076"/>
        <pc:sldMkLst>
          <pc:docMk/>
          <pc:sldMk cId="829589137" sldId="279"/>
        </pc:sldMkLst>
        <pc:spChg chg="mod">
          <ac:chgData name="Filippo Di Noia" userId="a818361c-10bd-48a9-8d88-2f51d534c7ed" providerId="ADAL" clId="{07890437-4019-49EB-A1B3-62BDDA8F79CF}" dt="2026-07-03T10:59:26.780" v="325" actId="1076"/>
          <ac:spMkLst>
            <pc:docMk/>
            <pc:sldMk cId="829589137" sldId="279"/>
            <ac:spMk id="4" creationId="{D2B1FCB2-0E09-A019-10C2-4696A10C763C}"/>
          </ac:spMkLst>
        </pc:spChg>
        <pc:spChg chg="del mod">
          <ac:chgData name="Filippo Di Noia" userId="a818361c-10bd-48a9-8d88-2f51d534c7ed" providerId="ADAL" clId="{07890437-4019-49EB-A1B3-62BDDA8F79CF}" dt="2026-07-03T11:30:28.646" v="447"/>
          <ac:spMkLst>
            <pc:docMk/>
            <pc:sldMk cId="829589137" sldId="279"/>
            <ac:spMk id="5" creationId="{D51543E2-FE9F-E747-5740-71C1D73E1D55}"/>
          </ac:spMkLst>
        </pc:spChg>
        <pc:spChg chg="mod">
          <ac:chgData name="Filippo Di Noia" userId="a818361c-10bd-48a9-8d88-2f51d534c7ed" providerId="ADAL" clId="{07890437-4019-49EB-A1B3-62BDDA8F79CF}" dt="2026-07-03T11:30:43.888" v="453" actId="1076"/>
          <ac:spMkLst>
            <pc:docMk/>
            <pc:sldMk cId="829589137" sldId="279"/>
            <ac:spMk id="6" creationId="{4258D872-F3D6-AA04-2E8E-6D3957A81D8B}"/>
          </ac:spMkLst>
        </pc:spChg>
        <pc:picChg chg="add mod">
          <ac:chgData name="Filippo Di Noia" userId="a818361c-10bd-48a9-8d88-2f51d534c7ed" providerId="ADAL" clId="{07890437-4019-49EB-A1B3-62BDDA8F79CF}" dt="2026-07-03T11:53:03.935" v="462" actId="1076"/>
          <ac:picMkLst>
            <pc:docMk/>
            <pc:sldMk cId="829589137" sldId="279"/>
            <ac:picMk id="8" creationId="{91527FE0-2148-7680-78E7-FD98ADE4F731}"/>
          </ac:picMkLst>
        </pc:picChg>
      </pc:sldChg>
      <pc:sldChg chg="delSp add del mod ord setBg">
        <pc:chgData name="Filippo Di Noia" userId="a818361c-10bd-48a9-8d88-2f51d534c7ed" providerId="ADAL" clId="{07890437-4019-49EB-A1B3-62BDDA8F79CF}" dt="2026-07-03T10:56:46.540" v="227" actId="47"/>
        <pc:sldMkLst>
          <pc:docMk/>
          <pc:sldMk cId="1838513574" sldId="279"/>
        </pc:sldMkLst>
        <pc:spChg chg="del">
          <ac:chgData name="Filippo Di Noia" userId="a818361c-10bd-48a9-8d88-2f51d534c7ed" providerId="ADAL" clId="{07890437-4019-49EB-A1B3-62BDDA8F79CF}" dt="2026-07-03T10:56:44.098" v="226" actId="478"/>
          <ac:spMkLst>
            <pc:docMk/>
            <pc:sldMk cId="1838513574" sldId="279"/>
            <ac:spMk id="4" creationId="{A89D728F-FDFA-1908-D41F-1EDDE3DC265D}"/>
          </ac:spMkLst>
        </pc:spChg>
      </pc:sldChg>
      <pc:sldChg chg="addSp delSp modSp add mod modTransition">
        <pc:chgData name="Filippo Di Noia" userId="a818361c-10bd-48a9-8d88-2f51d534c7ed" providerId="ADAL" clId="{07890437-4019-49EB-A1B3-62BDDA8F79CF}" dt="2026-07-03T12:32:56.186" v="937" actId="207"/>
        <pc:sldMkLst>
          <pc:docMk/>
          <pc:sldMk cId="2101413980" sldId="280"/>
        </pc:sldMkLst>
        <pc:spChg chg="mod">
          <ac:chgData name="Filippo Di Noia" userId="a818361c-10bd-48a9-8d88-2f51d534c7ed" providerId="ADAL" clId="{07890437-4019-49EB-A1B3-62BDDA8F79CF}" dt="2026-07-03T12:30:39.570" v="929" actId="1076"/>
          <ac:spMkLst>
            <pc:docMk/>
            <pc:sldMk cId="2101413980" sldId="280"/>
            <ac:spMk id="4" creationId="{F013B679-7E80-570E-9CE6-4D83EA4B809D}"/>
          </ac:spMkLst>
        </pc:spChg>
        <pc:spChg chg="del mod">
          <ac:chgData name="Filippo Di Noia" userId="a818361c-10bd-48a9-8d88-2f51d534c7ed" providerId="ADAL" clId="{07890437-4019-49EB-A1B3-62BDDA8F79CF}" dt="2026-07-03T12:18:35.713" v="691"/>
          <ac:spMkLst>
            <pc:docMk/>
            <pc:sldMk cId="2101413980" sldId="280"/>
            <ac:spMk id="5" creationId="{D7ABE5EB-06E1-0640-5DF6-3798D9FA002A}"/>
          </ac:spMkLst>
        </pc:spChg>
        <pc:spChg chg="del mod">
          <ac:chgData name="Filippo Di Noia" userId="a818361c-10bd-48a9-8d88-2f51d534c7ed" providerId="ADAL" clId="{07890437-4019-49EB-A1B3-62BDDA8F79CF}" dt="2026-07-03T12:18:32.152" v="681" actId="478"/>
          <ac:spMkLst>
            <pc:docMk/>
            <pc:sldMk cId="2101413980" sldId="280"/>
            <ac:spMk id="6" creationId="{5082AAB7-144C-3C1D-3F40-0AF9B1794413}"/>
          </ac:spMkLst>
        </pc:spChg>
        <pc:spChg chg="add mod">
          <ac:chgData name="Filippo Di Noia" userId="a818361c-10bd-48a9-8d88-2f51d534c7ed" providerId="ADAL" clId="{07890437-4019-49EB-A1B3-62BDDA8F79CF}" dt="2026-07-03T12:30:22.687" v="927" actId="1076"/>
          <ac:spMkLst>
            <pc:docMk/>
            <pc:sldMk cId="2101413980" sldId="280"/>
            <ac:spMk id="19" creationId="{37A80F67-3013-2037-5FB2-BA6A6BB56F30}"/>
          </ac:spMkLst>
        </pc:spChg>
        <pc:spChg chg="add del mod">
          <ac:chgData name="Filippo Di Noia" userId="a818361c-10bd-48a9-8d88-2f51d534c7ed" providerId="ADAL" clId="{07890437-4019-49EB-A1B3-62BDDA8F79CF}" dt="2026-07-03T12:28:16.887" v="889" actId="478"/>
          <ac:spMkLst>
            <pc:docMk/>
            <pc:sldMk cId="2101413980" sldId="280"/>
            <ac:spMk id="20" creationId="{A0EDB88A-F42A-E8C5-2757-FF82BC8896F6}"/>
          </ac:spMkLst>
        </pc:spChg>
        <pc:spChg chg="add mod">
          <ac:chgData name="Filippo Di Noia" userId="a818361c-10bd-48a9-8d88-2f51d534c7ed" providerId="ADAL" clId="{07890437-4019-49EB-A1B3-62BDDA8F79CF}" dt="2026-07-03T12:05:45.773" v="535"/>
          <ac:spMkLst>
            <pc:docMk/>
            <pc:sldMk cId="2101413980" sldId="280"/>
            <ac:spMk id="21" creationId="{2486DD63-B458-4181-FA5E-DA96B204C210}"/>
          </ac:spMkLst>
        </pc:spChg>
        <pc:spChg chg="add del mod">
          <ac:chgData name="Filippo Di Noia" userId="a818361c-10bd-48a9-8d88-2f51d534c7ed" providerId="ADAL" clId="{07890437-4019-49EB-A1B3-62BDDA8F79CF}" dt="2026-07-03T12:28:52.243" v="896" actId="478"/>
          <ac:spMkLst>
            <pc:docMk/>
            <pc:sldMk cId="2101413980" sldId="280"/>
            <ac:spMk id="22" creationId="{6DE51741-2D55-4D68-8A1E-5D9069858536}"/>
          </ac:spMkLst>
        </pc:spChg>
        <pc:spChg chg="add mod">
          <ac:chgData name="Filippo Di Noia" userId="a818361c-10bd-48a9-8d88-2f51d534c7ed" providerId="ADAL" clId="{07890437-4019-49EB-A1B3-62BDDA8F79CF}" dt="2026-07-03T12:29:25.272" v="904" actId="1076"/>
          <ac:spMkLst>
            <pc:docMk/>
            <pc:sldMk cId="2101413980" sldId="280"/>
            <ac:spMk id="24" creationId="{4495BE46-1A93-3664-8415-EBB9744D9339}"/>
          </ac:spMkLst>
        </pc:spChg>
        <pc:spChg chg="add mod">
          <ac:chgData name="Filippo Di Noia" userId="a818361c-10bd-48a9-8d88-2f51d534c7ed" providerId="ADAL" clId="{07890437-4019-49EB-A1B3-62BDDA8F79CF}" dt="2026-07-03T12:29:36.689" v="905" actId="1076"/>
          <ac:spMkLst>
            <pc:docMk/>
            <pc:sldMk cId="2101413980" sldId="280"/>
            <ac:spMk id="26" creationId="{DBBDA5A8-DE40-FEB6-28D0-1106D746FDFC}"/>
          </ac:spMkLst>
        </pc:spChg>
        <pc:spChg chg="add mod">
          <ac:chgData name="Filippo Di Noia" userId="a818361c-10bd-48a9-8d88-2f51d534c7ed" providerId="ADAL" clId="{07890437-4019-49EB-A1B3-62BDDA8F79CF}" dt="2026-07-03T12:28:02.195" v="882" actId="122"/>
          <ac:spMkLst>
            <pc:docMk/>
            <pc:sldMk cId="2101413980" sldId="280"/>
            <ac:spMk id="28" creationId="{94606B66-F214-4D8A-0760-2D00DF347996}"/>
          </ac:spMkLst>
        </pc:spChg>
        <pc:spChg chg="add mod">
          <ac:chgData name="Filippo Di Noia" userId="a818361c-10bd-48a9-8d88-2f51d534c7ed" providerId="ADAL" clId="{07890437-4019-49EB-A1B3-62BDDA8F79CF}" dt="2026-07-03T12:28:04.569" v="883" actId="122"/>
          <ac:spMkLst>
            <pc:docMk/>
            <pc:sldMk cId="2101413980" sldId="280"/>
            <ac:spMk id="30" creationId="{0DEECE1A-F770-ADC7-8D4A-16F3D58E7800}"/>
          </ac:spMkLst>
        </pc:spChg>
        <pc:spChg chg="add mod">
          <ac:chgData name="Filippo Di Noia" userId="a818361c-10bd-48a9-8d88-2f51d534c7ed" providerId="ADAL" clId="{07890437-4019-49EB-A1B3-62BDDA8F79CF}" dt="2026-07-03T12:30:57.418" v="930" actId="1076"/>
          <ac:spMkLst>
            <pc:docMk/>
            <pc:sldMk cId="2101413980" sldId="280"/>
            <ac:spMk id="31" creationId="{084C7954-ED5D-86B3-9B0A-15EE47B8081A}"/>
          </ac:spMkLst>
        </pc:spChg>
        <pc:spChg chg="add mod">
          <ac:chgData name="Filippo Di Noia" userId="a818361c-10bd-48a9-8d88-2f51d534c7ed" providerId="ADAL" clId="{07890437-4019-49EB-A1B3-62BDDA8F79CF}" dt="2026-07-03T12:27:22.747" v="873" actId="14100"/>
          <ac:spMkLst>
            <pc:docMk/>
            <pc:sldMk cId="2101413980" sldId="280"/>
            <ac:spMk id="37" creationId="{C62ECA87-81EB-39F1-25AC-C4E3641CF03F}"/>
          </ac:spMkLst>
        </pc:spChg>
        <pc:spChg chg="add mod">
          <ac:chgData name="Filippo Di Noia" userId="a818361c-10bd-48a9-8d88-2f51d534c7ed" providerId="ADAL" clId="{07890437-4019-49EB-A1B3-62BDDA8F79CF}" dt="2026-07-03T12:23:29.637" v="778" actId="1076"/>
          <ac:spMkLst>
            <pc:docMk/>
            <pc:sldMk cId="2101413980" sldId="280"/>
            <ac:spMk id="38" creationId="{19386AF3-F15E-454D-AAB5-FF19279BA1F6}"/>
          </ac:spMkLst>
        </pc:spChg>
        <pc:spChg chg="add mod">
          <ac:chgData name="Filippo Di Noia" userId="a818361c-10bd-48a9-8d88-2f51d534c7ed" providerId="ADAL" clId="{07890437-4019-49EB-A1B3-62BDDA8F79CF}" dt="2026-07-03T12:24:45.621" v="789" actId="1076"/>
          <ac:spMkLst>
            <pc:docMk/>
            <pc:sldMk cId="2101413980" sldId="280"/>
            <ac:spMk id="39" creationId="{E11E8548-3B22-0AE9-BDF1-EF88415232E6}"/>
          </ac:spMkLst>
        </pc:spChg>
        <pc:spChg chg="add mod">
          <ac:chgData name="Filippo Di Noia" userId="a818361c-10bd-48a9-8d88-2f51d534c7ed" providerId="ADAL" clId="{07890437-4019-49EB-A1B3-62BDDA8F79CF}" dt="2026-07-03T12:31:11.399" v="931" actId="1076"/>
          <ac:spMkLst>
            <pc:docMk/>
            <pc:sldMk cId="2101413980" sldId="280"/>
            <ac:spMk id="40" creationId="{1BFF3E0B-5FC7-EBDB-2E14-490BBD864BD9}"/>
          </ac:spMkLst>
        </pc:spChg>
        <pc:spChg chg="add mod">
          <ac:chgData name="Filippo Di Noia" userId="a818361c-10bd-48a9-8d88-2f51d534c7ed" providerId="ADAL" clId="{07890437-4019-49EB-A1B3-62BDDA8F79CF}" dt="2026-07-03T12:29:51.801" v="907"/>
          <ac:spMkLst>
            <pc:docMk/>
            <pc:sldMk cId="2101413980" sldId="280"/>
            <ac:spMk id="41" creationId="{16B24EF2-17BA-380F-A763-81363B0E8BF6}"/>
          </ac:spMkLst>
        </pc:spChg>
        <pc:spChg chg="add mod">
          <ac:chgData name="Filippo Di Noia" userId="a818361c-10bd-48a9-8d88-2f51d534c7ed" providerId="ADAL" clId="{07890437-4019-49EB-A1B3-62BDDA8F79CF}" dt="2026-07-03T12:26:02.131" v="863" actId="1076"/>
          <ac:spMkLst>
            <pc:docMk/>
            <pc:sldMk cId="2101413980" sldId="280"/>
            <ac:spMk id="42" creationId="{D7986440-9A2E-C3E1-D82B-8F771FEA3362}"/>
          </ac:spMkLst>
        </pc:spChg>
        <pc:spChg chg="add mod">
          <ac:chgData name="Filippo Di Noia" userId="a818361c-10bd-48a9-8d88-2f51d534c7ed" providerId="ADAL" clId="{07890437-4019-49EB-A1B3-62BDDA8F79CF}" dt="2026-07-03T12:29:08.564" v="901" actId="14100"/>
          <ac:spMkLst>
            <pc:docMk/>
            <pc:sldMk cId="2101413980" sldId="280"/>
            <ac:spMk id="43" creationId="{691DB12E-CCD6-E15B-CB79-935854D9336D}"/>
          </ac:spMkLst>
        </pc:spChg>
        <pc:spChg chg="add mod">
          <ac:chgData name="Filippo Di Noia" userId="a818361c-10bd-48a9-8d88-2f51d534c7ed" providerId="ADAL" clId="{07890437-4019-49EB-A1B3-62BDDA8F79CF}" dt="2026-07-03T12:29:04.791" v="900" actId="14100"/>
          <ac:spMkLst>
            <pc:docMk/>
            <pc:sldMk cId="2101413980" sldId="280"/>
            <ac:spMk id="44" creationId="{A30BE35C-4CA0-84FC-CD34-50710DC4A805}"/>
          </ac:spMkLst>
        </pc:spChg>
        <pc:spChg chg="add mod">
          <ac:chgData name="Filippo Di Noia" userId="a818361c-10bd-48a9-8d88-2f51d534c7ed" providerId="ADAL" clId="{07890437-4019-49EB-A1B3-62BDDA8F79CF}" dt="2026-07-03T12:30:16.451" v="926" actId="1076"/>
          <ac:spMkLst>
            <pc:docMk/>
            <pc:sldMk cId="2101413980" sldId="280"/>
            <ac:spMk id="46" creationId="{E1CE40C4-330E-B8E3-AFDD-8520DDEDA40C}"/>
          </ac:spMkLst>
        </pc:spChg>
        <pc:grpChg chg="add mod">
          <ac:chgData name="Filippo Di Noia" userId="a818361c-10bd-48a9-8d88-2f51d534c7ed" providerId="ADAL" clId="{07890437-4019-49EB-A1B3-62BDDA8F79CF}" dt="2026-07-03T12:17:18.893" v="671" actId="164"/>
          <ac:grpSpMkLst>
            <pc:docMk/>
            <pc:sldMk cId="2101413980" sldId="280"/>
            <ac:grpSpMk id="32" creationId="{304A609B-0823-993A-F00A-14DD26DF62D2}"/>
          </ac:grpSpMkLst>
        </pc:grpChg>
        <pc:picChg chg="add mod">
          <ac:chgData name="Filippo Di Noia" userId="a818361c-10bd-48a9-8d88-2f51d534c7ed" providerId="ADAL" clId="{07890437-4019-49EB-A1B3-62BDDA8F79CF}" dt="2026-07-03T12:17:18.893" v="671" actId="164"/>
          <ac:picMkLst>
            <pc:docMk/>
            <pc:sldMk cId="2101413980" sldId="280"/>
            <ac:picMk id="8" creationId="{8FAF6C4C-FBAD-A736-EFF5-7E90693F538E}"/>
          </ac:picMkLst>
        </pc:picChg>
        <pc:picChg chg="add mod">
          <ac:chgData name="Filippo Di Noia" userId="a818361c-10bd-48a9-8d88-2f51d534c7ed" providerId="ADAL" clId="{07890437-4019-49EB-A1B3-62BDDA8F79CF}" dt="2026-07-03T12:17:18.893" v="671" actId="164"/>
          <ac:picMkLst>
            <pc:docMk/>
            <pc:sldMk cId="2101413980" sldId="280"/>
            <ac:picMk id="10" creationId="{CB128B02-89AC-DB34-DEDA-63092AED6B8C}"/>
          </ac:picMkLst>
        </pc:picChg>
        <pc:picChg chg="add mod">
          <ac:chgData name="Filippo Di Noia" userId="a818361c-10bd-48a9-8d88-2f51d534c7ed" providerId="ADAL" clId="{07890437-4019-49EB-A1B3-62BDDA8F79CF}" dt="2026-07-03T12:17:53.764" v="674" actId="1076"/>
          <ac:picMkLst>
            <pc:docMk/>
            <pc:sldMk cId="2101413980" sldId="280"/>
            <ac:picMk id="12" creationId="{2AA8CE32-E472-F265-B45F-ACB74517405E}"/>
          </ac:picMkLst>
        </pc:picChg>
        <pc:picChg chg="add mod">
          <ac:chgData name="Filippo Di Noia" userId="a818361c-10bd-48a9-8d88-2f51d534c7ed" providerId="ADAL" clId="{07890437-4019-49EB-A1B3-62BDDA8F79CF}" dt="2026-07-03T12:18:06.505" v="678" actId="1076"/>
          <ac:picMkLst>
            <pc:docMk/>
            <pc:sldMk cId="2101413980" sldId="280"/>
            <ac:picMk id="14" creationId="{4C4A0A45-2668-2E6E-7AB8-EFE4C4BBFAC8}"/>
          </ac:picMkLst>
        </pc:picChg>
        <pc:picChg chg="add mod">
          <ac:chgData name="Filippo Di Noia" userId="a818361c-10bd-48a9-8d88-2f51d534c7ed" providerId="ADAL" clId="{07890437-4019-49EB-A1B3-62BDDA8F79CF}" dt="2026-07-03T12:17:57.071" v="675" actId="1076"/>
          <ac:picMkLst>
            <pc:docMk/>
            <pc:sldMk cId="2101413980" sldId="280"/>
            <ac:picMk id="16" creationId="{95A83222-26E4-07D5-9C83-3FC0827CB401}"/>
          </ac:picMkLst>
        </pc:picChg>
        <pc:picChg chg="add mod">
          <ac:chgData name="Filippo Di Noia" userId="a818361c-10bd-48a9-8d88-2f51d534c7ed" providerId="ADAL" clId="{07890437-4019-49EB-A1B3-62BDDA8F79CF}" dt="2026-07-03T12:18:13.739" v="679" actId="1076"/>
          <ac:picMkLst>
            <pc:docMk/>
            <pc:sldMk cId="2101413980" sldId="280"/>
            <ac:picMk id="18" creationId="{2B1F4018-CCB0-3F6E-5883-BAF164496118}"/>
          </ac:picMkLst>
        </pc:picChg>
        <pc:picChg chg="add mod">
          <ac:chgData name="Filippo Di Noia" userId="a818361c-10bd-48a9-8d88-2f51d534c7ed" providerId="ADAL" clId="{07890437-4019-49EB-A1B3-62BDDA8F79CF}" dt="2026-07-03T12:23:49.599" v="781" actId="1076"/>
          <ac:picMkLst>
            <pc:docMk/>
            <pc:sldMk cId="2101413980" sldId="280"/>
            <ac:picMk id="34" creationId="{C7420577-39F2-DD01-58EB-26B55C01CB67}"/>
          </ac:picMkLst>
        </pc:picChg>
        <pc:picChg chg="add del">
          <ac:chgData name="Filippo Di Noia" userId="a818361c-10bd-48a9-8d88-2f51d534c7ed" providerId="ADAL" clId="{07890437-4019-49EB-A1B3-62BDDA8F79CF}" dt="2026-07-03T12:19:52.424" v="699" actId="22"/>
          <ac:picMkLst>
            <pc:docMk/>
            <pc:sldMk cId="2101413980" sldId="280"/>
            <ac:picMk id="36" creationId="{7666FC8A-6035-6588-CAE2-78179D28C6F2}"/>
          </ac:picMkLst>
        </pc:picChg>
        <pc:picChg chg="add del mod">
          <ac:chgData name="Filippo Di Noia" userId="a818361c-10bd-48a9-8d88-2f51d534c7ed" providerId="ADAL" clId="{07890437-4019-49EB-A1B3-62BDDA8F79CF}" dt="2026-07-03T12:32:06.241" v="934" actId="478"/>
          <ac:picMkLst>
            <pc:docMk/>
            <pc:sldMk cId="2101413980" sldId="280"/>
            <ac:picMk id="48" creationId="{A5D9F13E-4224-CCB5-4050-C1BEA2B9442F}"/>
          </ac:picMkLst>
        </pc:picChg>
        <pc:picChg chg="add mod">
          <ac:chgData name="Filippo Di Noia" userId="a818361c-10bd-48a9-8d88-2f51d534c7ed" providerId="ADAL" clId="{07890437-4019-49EB-A1B3-62BDDA8F79CF}" dt="2026-07-03T12:32:56.186" v="937" actId="207"/>
          <ac:picMkLst>
            <pc:docMk/>
            <pc:sldMk cId="2101413980" sldId="280"/>
            <ac:picMk id="50" creationId="{DE2A9AA7-D556-48C1-B00C-C27B31A58F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"/>
            <a:ext cx="12191695" cy="6858000"/>
          </a:xfrm>
          <a:prstGeom prst="rect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3931920"/>
            <a:ext cx="3840480" cy="384048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-1280160"/>
            <a:ext cx="2926080" cy="2926080"/>
          </a:xfrm>
          <a:prstGeom prst="ellipse">
            <a:avLst/>
          </a:prstGeom>
          <a:noFill/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9144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 dirty="0">
                <a:solidFill>
                  <a:srgbClr val="02C39A"/>
                </a:solidFill>
                <a:latin typeface="Calibri"/>
              </a:rPr>
              <a:t>PROJECT WORK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4241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Dall'Età Cronologica</a:t>
            </a:r>
          </a:p>
          <a:p>
            <a:pPr algn="l">
              <a:spcAft>
                <a:spcPts val="400"/>
              </a:spcAft>
            </a:pPr>
            <a:r>
              <a:rPr sz="5200" b="1" i="0">
                <a:solidFill>
                  <a:srgbClr val="02C39A"/>
                </a:solidFill>
                <a:latin typeface="Cambria"/>
              </a:rPr>
              <a:t>all'Età Biologica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98755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CFE3E6"/>
                </a:solidFill>
                <a:latin typeface="Calibri"/>
              </a:rPr>
              <a:t>Un </a:t>
            </a:r>
            <a:r>
              <a:rPr sz="1900" b="0" i="0" dirty="0" err="1">
                <a:solidFill>
                  <a:srgbClr val="CFE3E6"/>
                </a:solidFill>
                <a:latin typeface="Calibri"/>
              </a:rPr>
              <a:t>modello</a:t>
            </a:r>
            <a:r>
              <a:rPr sz="1900" b="0" i="0" dirty="0">
                <a:solidFill>
                  <a:srgbClr val="CFE3E6"/>
                </a:solidFill>
                <a:latin typeface="Calibri"/>
              </a:rPr>
              <a:t> di </a:t>
            </a:r>
            <a:r>
              <a:rPr sz="1900" b="0" i="0" dirty="0" err="1">
                <a:solidFill>
                  <a:srgbClr val="CFE3E6"/>
                </a:solidFill>
                <a:latin typeface="Calibri"/>
              </a:rPr>
              <a:t>invecchiamento</a:t>
            </a:r>
            <a:r>
              <a:rPr sz="19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CFE3E6"/>
                </a:solidFill>
                <a:latin typeface="Calibri"/>
              </a:rPr>
              <a:t>costruito</a:t>
            </a:r>
            <a:r>
              <a:rPr sz="1900" b="0" i="0" dirty="0">
                <a:solidFill>
                  <a:srgbClr val="CFE3E6"/>
                </a:solidFill>
                <a:latin typeface="Calibri"/>
              </a:rPr>
              <a:t> sui </a:t>
            </a:r>
            <a:r>
              <a:rPr sz="1900" b="0" i="0" dirty="0" err="1">
                <a:solidFill>
                  <a:srgbClr val="CFE3E6"/>
                </a:solidFill>
                <a:latin typeface="Calibri"/>
              </a:rPr>
              <a:t>biomarcatori</a:t>
            </a:r>
            <a:r>
              <a:rPr sz="1900" b="0" i="0" dirty="0">
                <a:solidFill>
                  <a:srgbClr val="CFE3E6"/>
                </a:solidFill>
                <a:latin typeface="Calibri"/>
              </a:rPr>
              <a:t> di routine — </a:t>
            </a:r>
            <a:r>
              <a:rPr sz="1900" b="0" i="0" dirty="0" err="1">
                <a:solidFill>
                  <a:srgbClr val="CFE3E6"/>
                </a:solidFill>
                <a:latin typeface="Calibri"/>
              </a:rPr>
              <a:t>spiegato</a:t>
            </a:r>
            <a:r>
              <a:rPr sz="19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CFE3E6"/>
                </a:solidFill>
                <a:latin typeface="Calibri"/>
              </a:rPr>
              <a:t>attraverso</a:t>
            </a:r>
            <a:r>
              <a:rPr sz="19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CFE3E6"/>
                </a:solidFill>
                <a:latin typeface="Calibri"/>
              </a:rPr>
              <a:t>grafici</a:t>
            </a:r>
            <a:r>
              <a:rPr sz="1900" b="0" i="0" dirty="0">
                <a:solidFill>
                  <a:srgbClr val="CFE3E6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6583680" cy="822960"/>
          </a:xfrm>
          <a:prstGeom prst="roundRect">
            <a:avLst/>
          </a:prstGeom>
          <a:noFill/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645304"/>
            <a:ext cx="63093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  <a:latin typeface="Calibri"/>
              </a:rPr>
              <a:t>Gruppo </a:t>
            </a:r>
            <a:r>
              <a:rPr lang="it-IT" sz="1500">
                <a:solidFill>
                  <a:srgbClr val="FFFFFF"/>
                </a:solidFill>
                <a:latin typeface="Calibri"/>
              </a:rPr>
              <a:t>Alpha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·  A cura di: </a:t>
            </a:r>
            <a:r>
              <a:rPr lang="it-IT" sz="1500" b="0" i="0" dirty="0">
                <a:solidFill>
                  <a:srgbClr val="FFFFFF"/>
                </a:solidFill>
                <a:latin typeface="Calibri"/>
              </a:rPr>
              <a:t>Albatri, Di </a:t>
            </a:r>
            <a:r>
              <a:rPr lang="it-IT" sz="1500" dirty="0">
                <a:solidFill>
                  <a:srgbClr val="FFFFFF"/>
                </a:solidFill>
                <a:latin typeface="Calibri"/>
              </a:rPr>
              <a:t>Noia, Salvi, Samarati, Bortoluzzi, Croce</a:t>
            </a:r>
            <a:endParaRPr sz="15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IL PERCORSO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0F2E36"/>
                </a:solidFill>
                <a:latin typeface="Cambria"/>
              </a:rPr>
              <a:t>Il nostro lavoro in 5 tappe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786384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929384"/>
            <a:ext cx="493776" cy="49377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2938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37943"/>
            <a:ext cx="4023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F2E36"/>
                </a:solidFill>
                <a:latin typeface="Calibri"/>
              </a:rPr>
              <a:t>Il problema e i dati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837943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A6B70"/>
                </a:solidFill>
                <a:latin typeface="Calibri"/>
              </a:rPr>
              <a:t>Cos'è l'età biologica e come abbiamo scelto i pazienti 'sani'.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105156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2843784"/>
            <a:ext cx="493776" cy="49377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84378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52344"/>
            <a:ext cx="4023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F2E36"/>
                </a:solidFill>
                <a:latin typeface="Calibri"/>
              </a:rPr>
              <a:t>Costruire e misurare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752344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A6B70"/>
                </a:solidFill>
                <a:latin typeface="Calibri"/>
              </a:rPr>
              <a:t>I modelli e i due 'metri' di giudizio: MAE ed R².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11880"/>
            <a:ext cx="10515600" cy="786384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1560" y="3758184"/>
            <a:ext cx="493776" cy="49377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75818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666744"/>
            <a:ext cx="4023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dirty="0">
                <a:solidFill>
                  <a:srgbClr val="0F2E36"/>
                </a:solidFill>
                <a:latin typeface="Calibri"/>
              </a:rPr>
              <a:t>Il </a:t>
            </a:r>
            <a:r>
              <a:rPr sz="1900" b="1" i="0" dirty="0" err="1">
                <a:solidFill>
                  <a:srgbClr val="0F2E36"/>
                </a:solidFill>
                <a:latin typeface="Calibri"/>
              </a:rPr>
              <a:t>paradosso</a:t>
            </a:r>
            <a:endParaRPr sz="1900" b="1" i="0" dirty="0">
              <a:solidFill>
                <a:srgbClr val="0F2E36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06440" y="3666744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A6B70"/>
                </a:solidFill>
                <a:latin typeface="Calibri"/>
              </a:rPr>
              <a:t>Perché un errore più alto è, per noi, un successo.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26280"/>
            <a:ext cx="105156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51560" y="4672584"/>
            <a:ext cx="493776" cy="49377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67258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581144"/>
            <a:ext cx="4023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F2E36"/>
                </a:solidFill>
                <a:latin typeface="Calibri"/>
              </a:rPr>
              <a:t>La validazione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581144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A6B70"/>
                </a:solidFill>
                <a:latin typeface="Calibri"/>
              </a:rPr>
              <a:t>La prova su 33.000 pazienti: più dati bastano?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40680"/>
            <a:ext cx="10515600" cy="786384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51560" y="5586984"/>
            <a:ext cx="493776" cy="49377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558698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495544"/>
            <a:ext cx="4023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F2E36"/>
                </a:solidFill>
                <a:latin typeface="Calibri"/>
              </a:rPr>
              <a:t>Migliorare e proporre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5495544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A6B70"/>
                </a:solidFill>
                <a:latin typeface="Calibri"/>
              </a:rPr>
              <a:t>Quali esami aggiungere e la proposta allo studio medico.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L'IDEA DI PARTENZA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F2E36"/>
                </a:solidFill>
                <a:latin typeface="Cambria"/>
              </a:rPr>
              <a:t>Due età per la stessa persona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120640" cy="320040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219456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94460" y="2400300"/>
            <a:ext cx="365760" cy="365760"/>
          </a:xfrm>
          <a:prstGeom prst="ellipse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69110" y="2482596"/>
            <a:ext cx="16459" cy="1051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77340" y="2574950"/>
            <a:ext cx="96012" cy="164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0" y="22860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C7293"/>
                </a:solidFill>
                <a:latin typeface="Calibri"/>
              </a:rPr>
              <a:t>Età CRONOLOGICA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4480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F2E36"/>
                </a:solidFill>
                <a:latin typeface="Calibri"/>
              </a:rPr>
              <a:t>Gli anni scritti sul documento: il tempo passato dalla nascita. Uguale per tutti quelli nati lo stesso giorno.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20640" cy="3200400"/>
          </a:xfrm>
          <a:prstGeom prst="roundRect">
            <a:avLst/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29400" y="2194560"/>
            <a:ext cx="777240" cy="7772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6766560" y="2359152"/>
            <a:ext cx="502920" cy="457200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22860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4572E"/>
                </a:solidFill>
                <a:latin typeface="Calibri"/>
              </a:rPr>
              <a:t>Età BIOLOGICA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4480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F2E36"/>
                </a:solidFill>
                <a:latin typeface="Calibri"/>
              </a:rPr>
              <a:t>Lo stato reale del corpo, letto nei valori del sangue. Può essere più alta o più bassa dell'età vera.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1">
                <a:solidFill>
                  <a:srgbClr val="028090"/>
                </a:solidFill>
                <a:latin typeface="Calibri"/>
              </a:rPr>
              <a:t>Due persone di 50 anni possono avere corpi molto diversi. Il nostro obiettivo: misurare questa differenza dai comuni esami del sangue.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2148840"/>
            <a:ext cx="1874519" cy="1874519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874519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331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C39A"/>
                </a:solidFill>
                <a:latin typeface="Calibr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412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Il problema e i dati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3977639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CFE3E6"/>
                </a:solidFill>
                <a:latin typeface="Calibri"/>
              </a:rPr>
              <a:t>Cos'è l'età biologica e come abbiamo definito una coorte di invecchiamento 'sano'.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892040"/>
            <a:ext cx="5669280" cy="658368"/>
          </a:xfrm>
          <a:prstGeom prst="roundRect">
            <a:avLst/>
          </a:prstGeom>
          <a:noFill/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511350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1400" dirty="0">
                <a:solidFill>
                  <a:srgbClr val="FFFFFF"/>
                </a:solidFill>
              </a:rPr>
              <a:t>A cura di: Albatri, Di Noia, Salvi, Samarati, Bortoluzzi, Croce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I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0F2E36"/>
                </a:solidFill>
                <a:latin typeface="Cambria"/>
              </a:rPr>
              <a:t>Da dove </a:t>
            </a:r>
            <a:r>
              <a:rPr sz="3000" b="1" i="0" dirty="0" err="1">
                <a:solidFill>
                  <a:srgbClr val="0F2E36"/>
                </a:solidFill>
                <a:latin typeface="Cambria"/>
              </a:rPr>
              <a:t>partiamo</a:t>
            </a:r>
            <a:r>
              <a:rPr sz="3000" b="1" i="0" dirty="0">
                <a:solidFill>
                  <a:srgbClr val="0F2E36"/>
                </a:solidFill>
                <a:latin typeface="Cambria"/>
              </a:rPr>
              <a:t>: il dataset di </a:t>
            </a:r>
            <a:r>
              <a:rPr lang="it-IT" sz="3000" b="1" dirty="0">
                <a:solidFill>
                  <a:srgbClr val="0F2E36"/>
                </a:solidFill>
                <a:latin typeface="Cambria"/>
              </a:rPr>
              <a:t>uno studio medico</a:t>
            </a:r>
            <a:endParaRPr sz="3000" b="1" i="0" dirty="0">
              <a:solidFill>
                <a:srgbClr val="0F2E36"/>
              </a:solidFill>
              <a:latin typeface="Cambr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5504688"/>
            <a:ext cx="10561320" cy="1033271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15.718 esami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di 12.050 pazienti reali</a:t>
            </a:r>
          </a:p>
        </p:txBody>
      </p:sp>
      <p:sp>
        <p:nvSpPr>
          <p:cNvPr id="8" name="Oval 7"/>
          <p:cNvSpPr/>
          <p:nvPr/>
        </p:nvSpPr>
        <p:spPr>
          <a:xfrm>
            <a:off x="440436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39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Età 18–103 anni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tutta la vita adulta</a:t>
            </a:r>
          </a:p>
        </p:txBody>
      </p:sp>
      <p:sp>
        <p:nvSpPr>
          <p:cNvPr id="10" name="Oval 9"/>
          <p:cNvSpPr/>
          <p:nvPr/>
        </p:nvSpPr>
        <p:spPr>
          <a:xfrm>
            <a:off x="780288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58911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Esami di routine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sangue + pressione già disponibili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5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572D06C-128D-9A78-AE4B-E5DED45C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"/>
          <a:stretch>
            <a:fillRect/>
          </a:stretch>
        </p:blipFill>
        <p:spPr>
          <a:xfrm>
            <a:off x="1005839" y="1752454"/>
            <a:ext cx="10245537" cy="3353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LA PULIZIA DEI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Chi consideriamo 'sano'? Un criterio medico, non statistico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04688"/>
            <a:ext cx="10561320" cy="1033271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 dirty="0">
                <a:solidFill>
                  <a:srgbClr val="0F2E36"/>
                </a:solidFill>
                <a:latin typeface="Calibri"/>
              </a:rPr>
              <a:t>Range </a:t>
            </a:r>
            <a:r>
              <a:rPr sz="1350" b="1" i="0" dirty="0" err="1">
                <a:solidFill>
                  <a:srgbClr val="0F2E36"/>
                </a:solidFill>
                <a:latin typeface="Calibri"/>
              </a:rPr>
              <a:t>clinici</a:t>
            </a:r>
            <a:endParaRPr sz="1350" b="1" i="0" dirty="0">
              <a:solidFill>
                <a:srgbClr val="0F2E36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200" b="0" i="0" dirty="0" err="1">
                <a:solidFill>
                  <a:srgbClr val="5A6B70"/>
                </a:solidFill>
                <a:latin typeface="Calibri"/>
              </a:rPr>
              <a:t>valori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nella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norma per ogni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esame</a:t>
            </a:r>
            <a:endParaRPr sz="1200" b="0" i="0" dirty="0">
              <a:solidFill>
                <a:srgbClr val="5A6B70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0436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39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Divisi per età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la normalità cambia con gli anni</a:t>
            </a:r>
          </a:p>
        </p:txBody>
      </p:sp>
      <p:sp>
        <p:nvSpPr>
          <p:cNvPr id="10" name="Oval 9"/>
          <p:cNvSpPr/>
          <p:nvPr/>
        </p:nvSpPr>
        <p:spPr>
          <a:xfrm>
            <a:off x="780288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58911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 dirty="0" err="1">
                <a:solidFill>
                  <a:srgbClr val="0F2E36"/>
                </a:solidFill>
                <a:latin typeface="Calibri"/>
              </a:rPr>
              <a:t>Coorte</a:t>
            </a:r>
            <a:r>
              <a:rPr sz="1350" b="1" i="0" dirty="0">
                <a:solidFill>
                  <a:srgbClr val="0F2E36"/>
                </a:solidFill>
                <a:latin typeface="Calibri"/>
              </a:rPr>
              <a:t> '</a:t>
            </a:r>
            <a:r>
              <a:rPr sz="1350" b="1" i="0" dirty="0" err="1">
                <a:solidFill>
                  <a:srgbClr val="0F2E36"/>
                </a:solidFill>
                <a:latin typeface="Calibri"/>
              </a:rPr>
              <a:t>ideale</a:t>
            </a:r>
            <a:r>
              <a:rPr sz="1350" b="1" i="0" dirty="0">
                <a:solidFill>
                  <a:srgbClr val="0F2E36"/>
                </a:solidFill>
                <a:latin typeface="Calibri"/>
              </a:rPr>
              <a:t>'</a:t>
            </a:r>
          </a:p>
          <a:p>
            <a:pPr algn="l">
              <a:spcAft>
                <a:spcPts val="100"/>
              </a:spcAft>
            </a:pPr>
            <a:r>
              <a:rPr sz="1200" b="0" i="0" dirty="0" err="1">
                <a:solidFill>
                  <a:srgbClr val="5A6B70"/>
                </a:solidFill>
                <a:latin typeface="Calibri"/>
              </a:rPr>
              <a:t>impara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l'invecchiamento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sano</a:t>
            </a:r>
            <a:endParaRPr sz="1200" b="0" i="0" dirty="0">
              <a:solidFill>
                <a:srgbClr val="5A6B7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6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D9BE9A83-AD43-A047-E9C5-8874A41F3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0" y="1728216"/>
            <a:ext cx="9072380" cy="3646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2148840"/>
            <a:ext cx="1874519" cy="1874519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874519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331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C39A"/>
                </a:solidFill>
                <a:latin typeface="Calibr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412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Costruire e misurare il modello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3977639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CFE3E6"/>
                </a:solidFill>
                <a:latin typeface="Calibri"/>
              </a:rPr>
              <a:t>Come alleniamo il modello e con quali due misure ne giudichiamo la qualità.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892040"/>
            <a:ext cx="5669280" cy="658368"/>
          </a:xfrm>
          <a:prstGeom prst="roundRect">
            <a:avLst/>
          </a:prstGeom>
          <a:noFill/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511350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1400" dirty="0">
                <a:solidFill>
                  <a:srgbClr val="FFFFFF"/>
                </a:solidFill>
              </a:rPr>
              <a:t>A cura di: Albatri, Di Noia, Salvi, Samarati, Bortoluzzi, Croce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COME FUNZIONA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Come 'insegniamo' l'età al modello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429000" cy="310896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53412" y="2194560"/>
            <a:ext cx="768096" cy="76809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53412" y="219456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0F2E36"/>
                </a:solidFill>
                <a:latin typeface="Calibri"/>
              </a:rPr>
              <a:t>Impara dai sani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94760"/>
            <a:ext cx="2788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5A6B70"/>
                </a:solidFill>
                <a:latin typeface="Calibri"/>
              </a:rPr>
              <a:t>Il modello studia solo i pazienti sani e capisce come cambiano gli esami con l'età 'ideale'.</a:t>
            </a:r>
          </a:p>
        </p:txBody>
      </p:sp>
      <p:sp>
        <p:nvSpPr>
          <p:cNvPr id="9" name="Chevron 8"/>
          <p:cNvSpPr/>
          <p:nvPr/>
        </p:nvSpPr>
        <p:spPr>
          <a:xfrm>
            <a:off x="4261104" y="3246120"/>
            <a:ext cx="237744" cy="457200"/>
          </a:xfrm>
          <a:prstGeom prst="chevron">
            <a:avLst/>
          </a:prstGeom>
          <a:solidFill>
            <a:srgbClr val="D5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07992" y="1920240"/>
            <a:ext cx="3429000" cy="310896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38444" y="2194560"/>
            <a:ext cx="768096" cy="76809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8444" y="219456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2004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0F2E36"/>
                </a:solidFill>
                <a:latin typeface="Calibri"/>
              </a:rPr>
              <a:t>Stima l'età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794760"/>
            <a:ext cx="2788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5A6B70"/>
                </a:solidFill>
                <a:latin typeface="Calibri"/>
              </a:rPr>
              <a:t>Guardando gli esami di una persona, prova a indovinarne l'età.</a:t>
            </a:r>
          </a:p>
        </p:txBody>
      </p:sp>
      <p:sp>
        <p:nvSpPr>
          <p:cNvPr id="15" name="Chevron 14"/>
          <p:cNvSpPr/>
          <p:nvPr/>
        </p:nvSpPr>
        <p:spPr>
          <a:xfrm>
            <a:off x="7946136" y="3246120"/>
            <a:ext cx="237744" cy="457200"/>
          </a:xfrm>
          <a:prstGeom prst="chevron">
            <a:avLst/>
          </a:prstGeom>
          <a:solidFill>
            <a:srgbClr val="D5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93024" y="1920240"/>
            <a:ext cx="3429000" cy="310896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23476" y="2194560"/>
            <a:ext cx="768096" cy="7680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3476" y="219456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2004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0F2E36"/>
                </a:solidFill>
                <a:latin typeface="Calibri"/>
              </a:rPr>
              <a:t>Scopre lo scarto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3794760"/>
            <a:ext cx="2788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5A6B70"/>
                </a:solidFill>
                <a:latin typeface="Calibri"/>
              </a:rPr>
              <a:t>Su un paziente malato vede un corpo 'più vecchio': quello scarto è l'età biologica.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LE DUE MISURE DI QUALITÀ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I due 'metri' per giudicare il modello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0640" cy="338328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28090"/>
                </a:solidFill>
                <a:latin typeface="Cambria"/>
              </a:rPr>
              <a:t>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2E36"/>
                </a:solidFill>
                <a:latin typeface="Calibri"/>
              </a:rPr>
              <a:t>Errore Medio Assoluto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9184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5A6B70"/>
                </a:solidFill>
                <a:latin typeface="Calibri"/>
              </a:rPr>
              <a:t>Di quanti anni, in media, il modello sbaglia l'età. Se MAE = 10, sbaglia ~10 anni.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434840"/>
            <a:ext cx="4480560" cy="6400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 rot="10800000">
            <a:off x="1481328" y="4590288"/>
            <a:ext cx="292608" cy="310896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348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più BASSO = meglio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383280"/>
          </a:xfrm>
          <a:prstGeom prst="roundRect">
            <a:avLst/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4572E"/>
                </a:solidFill>
                <a:latin typeface="Cambria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2E36"/>
                </a:solidFill>
                <a:latin typeface="Calibri"/>
              </a:rPr>
              <a:t>R quadro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5A6B70"/>
                </a:solidFill>
                <a:latin typeface="Calibri"/>
              </a:rPr>
              <a:t>Quanto bene il modello spiega le differenze di età, da 0 a 1. Vicino a 1 = spiega quasi tutto.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434840"/>
            <a:ext cx="4480560" cy="640080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>
            <a:off x="6922008" y="4590288"/>
            <a:ext cx="292608" cy="310896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più ALTO = meglio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1" dirty="0">
                <a:solidFill>
                  <a:srgbClr val="028090"/>
                </a:solidFill>
                <a:latin typeface="Calibri"/>
              </a:rPr>
              <a:t>Li </a:t>
            </a:r>
            <a:r>
              <a:rPr sz="1700" b="0" i="1" dirty="0" err="1">
                <a:solidFill>
                  <a:srgbClr val="028090"/>
                </a:solidFill>
                <a:latin typeface="Calibri"/>
              </a:rPr>
              <a:t>guardiamo</a:t>
            </a:r>
            <a:r>
              <a:rPr sz="1700" b="0" i="1" dirty="0">
                <a:solidFill>
                  <a:srgbClr val="028090"/>
                </a:solidFill>
                <a:latin typeface="Calibri"/>
              </a:rPr>
              <a:t> sempre </a:t>
            </a:r>
            <a:r>
              <a:rPr sz="1700" b="0" i="1" dirty="0" err="1">
                <a:solidFill>
                  <a:srgbClr val="028090"/>
                </a:solidFill>
                <a:latin typeface="Calibri"/>
              </a:rPr>
              <a:t>insieme</a:t>
            </a:r>
            <a:r>
              <a:rPr sz="1700" b="0" i="1" dirty="0">
                <a:solidFill>
                  <a:srgbClr val="028090"/>
                </a:solidFill>
                <a:latin typeface="Calibri"/>
              </a:rPr>
              <a:t>: il MAE dice '</a:t>
            </a:r>
            <a:r>
              <a:rPr sz="1700" b="0" i="1" dirty="0" err="1">
                <a:solidFill>
                  <a:srgbClr val="028090"/>
                </a:solidFill>
                <a:latin typeface="Calibri"/>
              </a:rPr>
              <a:t>quanto</a:t>
            </a:r>
            <a:r>
              <a:rPr sz="1700" b="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028090"/>
                </a:solidFill>
                <a:latin typeface="Calibri"/>
              </a:rPr>
              <a:t>sbaglio</a:t>
            </a:r>
            <a:r>
              <a:rPr sz="1700" b="0" i="1" dirty="0">
                <a:solidFill>
                  <a:srgbClr val="028090"/>
                </a:solidFill>
                <a:latin typeface="Calibri"/>
              </a:rPr>
              <a:t>', l'R² dice '</a:t>
            </a:r>
            <a:r>
              <a:rPr sz="1700" b="0" i="1" dirty="0" err="1">
                <a:solidFill>
                  <a:srgbClr val="028090"/>
                </a:solidFill>
                <a:latin typeface="Calibri"/>
              </a:rPr>
              <a:t>quanto</a:t>
            </a:r>
            <a:r>
              <a:rPr sz="1700" b="0" i="1" dirty="0">
                <a:solidFill>
                  <a:srgbClr val="028090"/>
                </a:solidFill>
                <a:latin typeface="Calibri"/>
              </a:rPr>
              <a:t> ho </a:t>
            </a:r>
            <a:r>
              <a:rPr sz="1700" b="0" i="1" dirty="0" err="1">
                <a:solidFill>
                  <a:srgbClr val="028090"/>
                </a:solidFill>
                <a:latin typeface="Calibri"/>
              </a:rPr>
              <a:t>capito</a:t>
            </a:r>
            <a:r>
              <a:rPr sz="1700" b="0" i="1" dirty="0">
                <a:solidFill>
                  <a:srgbClr val="028090"/>
                </a:solidFill>
                <a:latin typeface="Calibri"/>
              </a:rPr>
              <a:t>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1C7293"/>
                </a:solidFill>
                <a:latin typeface="Calibri"/>
              </a:rPr>
              <a:t>IL CONFRONTO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Quale modello stima meglio l'età?</a:t>
            </a:r>
          </a:p>
        </p:txBody>
      </p:sp>
      <p:pic>
        <p:nvPicPr>
          <p:cNvPr id="4" name="Picture 3" descr="fig3_model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33" y="1600200"/>
            <a:ext cx="10071172" cy="3794760"/>
          </a:xfrm>
          <a:prstGeom prst="rect">
            <a:avLst/>
          </a:prstGeom>
          <a:ln w="12700">
            <a:solidFill>
              <a:srgbClr val="D5E2E4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822960" y="5504688"/>
            <a:ext cx="10561320" cy="1033271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Tre modelli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dal più semplice al più potente</a:t>
            </a:r>
          </a:p>
        </p:txBody>
      </p:sp>
      <p:sp>
        <p:nvSpPr>
          <p:cNvPr id="8" name="Oval 7"/>
          <p:cNvSpPr/>
          <p:nvPr/>
        </p:nvSpPr>
        <p:spPr>
          <a:xfrm>
            <a:off x="4404360" y="57241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39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MAE ~11 anni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sulla coorte sana e omogenea</a:t>
            </a:r>
          </a:p>
        </p:txBody>
      </p:sp>
      <p:sp>
        <p:nvSpPr>
          <p:cNvPr id="10" name="Oval 9"/>
          <p:cNvSpPr/>
          <p:nvPr/>
        </p:nvSpPr>
        <p:spPr>
          <a:xfrm>
            <a:off x="7802880" y="57241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58911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R² ~0,45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spiega circa metà delle differenze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2148840"/>
            <a:ext cx="1874519" cy="1874519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874519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331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C39A"/>
                </a:solidFill>
                <a:latin typeface="Calibr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412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Il paradosso e l'età biologica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3977639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CFE3E6"/>
                </a:solidFill>
                <a:latin typeface="Calibri"/>
              </a:rPr>
              <a:t>Perché il modello 'migliore' per noi è quello che sbaglia di più l'età anagrafica.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892040"/>
            <a:ext cx="5669280" cy="658368"/>
          </a:xfrm>
          <a:prstGeom prst="roundRect">
            <a:avLst/>
          </a:prstGeom>
          <a:noFill/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511350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1400" dirty="0">
                <a:solidFill>
                  <a:srgbClr val="FFFFFF"/>
                </a:solidFill>
              </a:rPr>
              <a:t>A cura di: Albatri, Di Noia, Salvi, Samarati, Bortoluzzi, Croce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E4572E"/>
                </a:solidFill>
                <a:latin typeface="Calibri"/>
              </a:rPr>
              <a:t>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30981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Il paradosso: sbagliare l'età… apposta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04688"/>
            <a:ext cx="10561320" cy="1033271"/>
          </a:xfrm>
          <a:prstGeom prst="roundRect">
            <a:avLst/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MAE più alto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il modello sano 'sbaglia' di più</a:t>
            </a:r>
          </a:p>
        </p:txBody>
      </p:sp>
      <p:sp>
        <p:nvSpPr>
          <p:cNvPr id="8" name="Oval 7"/>
          <p:cNvSpPr/>
          <p:nvPr/>
        </p:nvSpPr>
        <p:spPr>
          <a:xfrm>
            <a:off x="4404360" y="5724144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39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R² più basso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perché i sani si somigliano tutti</a:t>
            </a:r>
          </a:p>
        </p:txBody>
      </p:sp>
      <p:sp>
        <p:nvSpPr>
          <p:cNvPr id="10" name="Oval 9"/>
          <p:cNvSpPr/>
          <p:nvPr/>
        </p:nvSpPr>
        <p:spPr>
          <a:xfrm>
            <a:off x="7802880" y="5724144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58911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Δ positivo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i malati sembrano più vecchi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12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3C75178-5267-2861-2752-44EA32EAF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" r="745"/>
          <a:stretch>
            <a:fillRect/>
          </a:stretch>
        </p:blipFill>
        <p:spPr>
          <a:xfrm>
            <a:off x="827532" y="1827677"/>
            <a:ext cx="10186737" cy="30940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2148840"/>
            <a:ext cx="1874519" cy="1874519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874519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331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C39A"/>
                </a:solidFill>
                <a:latin typeface="Calibri"/>
              </a:rPr>
              <a:t>PARTE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412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La prova del nove: la validazione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3977639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CFE3E6"/>
                </a:solidFill>
                <a:latin typeface="Calibri"/>
              </a:rPr>
              <a:t>Abbiamo ripetuto tutto su un secondo dataset enorme per capire i veri limiti del modello.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892040"/>
            <a:ext cx="5669280" cy="658368"/>
          </a:xfrm>
          <a:prstGeom prst="roundRect">
            <a:avLst/>
          </a:prstGeom>
          <a:noFill/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511350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1400" dirty="0">
                <a:solidFill>
                  <a:srgbClr val="FFFFFF"/>
                </a:solidFill>
              </a:rPr>
              <a:t>A cura di: Albatri, Di Noia, Salvi, Samarati, Bortoluzzi, Croce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LA VALIDAZIONE ESTERNA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78992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900" b="1" i="0">
                <a:solidFill>
                  <a:srgbClr val="0F2E36"/>
                </a:solidFill>
                <a:latin typeface="Cambria"/>
              </a:rPr>
              <a:t>Serve solo più gente? La prova su NHANES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429000" cy="228600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>
                <a:solidFill>
                  <a:srgbClr val="028090"/>
                </a:solidFill>
                <a:latin typeface="Cambria"/>
              </a:rPr>
              <a:t>33.000+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37560"/>
            <a:ext cx="27889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dirty="0" err="1">
                <a:solidFill>
                  <a:srgbClr val="0F2E36"/>
                </a:solidFill>
                <a:latin typeface="Calibri"/>
              </a:rPr>
              <a:t>pazienti</a:t>
            </a:r>
            <a:r>
              <a:rPr sz="1500" b="0" i="0" dirty="0">
                <a:solidFill>
                  <a:srgbClr val="0F2E36"/>
                </a:solidFill>
                <a:latin typeface="Calibri"/>
              </a:rPr>
              <a:t> USA, </a:t>
            </a:r>
            <a:r>
              <a:rPr sz="1500" b="0" i="0" dirty="0" err="1">
                <a:solidFill>
                  <a:srgbClr val="0F2E36"/>
                </a:solidFill>
                <a:latin typeface="Calibri"/>
              </a:rPr>
              <a:t>oltre</a:t>
            </a:r>
            <a:r>
              <a:rPr sz="1500" b="0" i="0" dirty="0">
                <a:solidFill>
                  <a:srgbClr val="0F2E36"/>
                </a:solidFill>
                <a:latin typeface="Calibri"/>
              </a:rPr>
              <a:t> il doppio d</a:t>
            </a:r>
            <a:r>
              <a:rPr lang="it-IT" sz="1500" dirty="0">
                <a:solidFill>
                  <a:srgbClr val="0F2E36"/>
                </a:solidFill>
                <a:latin typeface="Calibri"/>
              </a:rPr>
              <a:t>i quello della clinica</a:t>
            </a:r>
            <a:endParaRPr sz="1500" b="0" i="0" dirty="0">
              <a:solidFill>
                <a:srgbClr val="0F2E3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07992" y="1920240"/>
            <a:ext cx="3429000" cy="228600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22402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1C7293"/>
                </a:solidFill>
                <a:latin typeface="Cambria"/>
              </a:rPr>
              <a:t>6 cicli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333756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0F2E36"/>
                </a:solidFill>
                <a:latin typeface="Calibri"/>
              </a:rPr>
              <a:t>raccolti dal 2007 al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1920240"/>
            <a:ext cx="3429000" cy="2286000"/>
          </a:xfrm>
          <a:prstGeom prst="roundRect">
            <a:avLst/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21624" y="2240280"/>
            <a:ext cx="29718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>
                <a:solidFill>
                  <a:srgbClr val="E4572E"/>
                </a:solidFill>
                <a:latin typeface="Cambria"/>
              </a:rPr>
              <a:t>10,5 ≈ 9,</a:t>
            </a:r>
            <a:r>
              <a:rPr lang="it-IT" sz="4000" b="1" i="0" dirty="0">
                <a:solidFill>
                  <a:srgbClr val="E4572E"/>
                </a:solidFill>
                <a:latin typeface="Cambria"/>
              </a:rPr>
              <a:t>7</a:t>
            </a:r>
          </a:p>
          <a:p>
            <a:pPr algn="ctr"/>
            <a:r>
              <a:rPr lang="it-IT" sz="1600" b="1" dirty="0">
                <a:solidFill>
                  <a:srgbClr val="E4572E"/>
                </a:solidFill>
                <a:latin typeface="Cambria"/>
              </a:rPr>
              <a:t>(13,6 ≈11,1)</a:t>
            </a:r>
            <a:endParaRPr sz="1600" b="1" i="0" dirty="0">
              <a:solidFill>
                <a:srgbClr val="E4572E"/>
              </a:solidFill>
              <a:latin typeface="Cambr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13064" y="3337560"/>
            <a:ext cx="27889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dirty="0">
                <a:solidFill>
                  <a:srgbClr val="0F2E36"/>
                </a:solidFill>
                <a:latin typeface="Calibri"/>
              </a:rPr>
              <a:t>MAE quasi identic</a:t>
            </a:r>
            <a:r>
              <a:rPr lang="it-IT" sz="1500" b="0" i="0" dirty="0">
                <a:solidFill>
                  <a:srgbClr val="0F2E36"/>
                </a:solidFill>
                <a:latin typeface="Calibri"/>
              </a:rPr>
              <a:t>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10561320" cy="1417320"/>
          </a:xfrm>
          <a:prstGeom prst="roundRect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7091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02C39A"/>
                </a:solidFill>
                <a:latin typeface="Calibri"/>
              </a:rPr>
              <a:t>La </a:t>
            </a:r>
            <a:r>
              <a:rPr sz="1800" b="1" i="0" dirty="0" err="1">
                <a:solidFill>
                  <a:srgbClr val="02C39A"/>
                </a:solidFill>
                <a:latin typeface="Calibri"/>
              </a:rPr>
              <a:t>scoperta</a:t>
            </a:r>
            <a:r>
              <a:rPr sz="1800" b="1" i="0" dirty="0">
                <a:solidFill>
                  <a:srgbClr val="02C39A"/>
                </a:solidFill>
                <a:latin typeface="Calibri"/>
              </a:rPr>
              <a:t>: 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più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pazienti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NON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migliorano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il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modello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b="0" i="0" dirty="0">
                <a:solidFill>
                  <a:srgbClr val="CFE3E6"/>
                </a:solidFill>
                <a:latin typeface="Calibri"/>
              </a:rPr>
              <a:t>Il </a:t>
            </a:r>
            <a:r>
              <a:rPr sz="1500" b="0" i="0" dirty="0" err="1">
                <a:solidFill>
                  <a:srgbClr val="CFE3E6"/>
                </a:solidFill>
                <a:latin typeface="Calibri"/>
              </a:rPr>
              <a:t>limite</a:t>
            </a:r>
            <a:r>
              <a:rPr sz="1500" b="0" i="0" dirty="0">
                <a:solidFill>
                  <a:srgbClr val="CFE3E6"/>
                </a:solidFill>
                <a:latin typeface="Calibri"/>
              </a:rPr>
              <a:t> non è </a:t>
            </a:r>
            <a:r>
              <a:rPr sz="1500" b="0" i="0" dirty="0" err="1">
                <a:solidFill>
                  <a:srgbClr val="CFE3E6"/>
                </a:solidFill>
                <a:latin typeface="Calibri"/>
              </a:rPr>
              <a:t>quante</a:t>
            </a:r>
            <a:r>
              <a:rPr sz="15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CFE3E6"/>
                </a:solidFill>
                <a:latin typeface="Calibri"/>
              </a:rPr>
              <a:t>persone</a:t>
            </a:r>
            <a:r>
              <a:rPr sz="15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CFE3E6"/>
                </a:solidFill>
                <a:latin typeface="Calibri"/>
              </a:rPr>
              <a:t>abbiamo</a:t>
            </a:r>
            <a:r>
              <a:rPr sz="1500" b="0" i="0" dirty="0">
                <a:solidFill>
                  <a:srgbClr val="CFE3E6"/>
                </a:solidFill>
                <a:latin typeface="Calibri"/>
              </a:rPr>
              <a:t>, ma </a:t>
            </a:r>
            <a:r>
              <a:rPr sz="1500" b="0" i="0" dirty="0" err="1">
                <a:solidFill>
                  <a:srgbClr val="CFE3E6"/>
                </a:solidFill>
                <a:latin typeface="Calibri"/>
              </a:rPr>
              <a:t>quali</a:t>
            </a:r>
            <a:r>
              <a:rPr sz="15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CFE3E6"/>
                </a:solidFill>
                <a:latin typeface="Calibri"/>
              </a:rPr>
              <a:t>esami</a:t>
            </a:r>
            <a:r>
              <a:rPr sz="15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CFE3E6"/>
                </a:solidFill>
                <a:latin typeface="Calibri"/>
              </a:rPr>
              <a:t>misuriamo</a:t>
            </a:r>
            <a:r>
              <a:rPr sz="1500" b="0" i="0" dirty="0">
                <a:solidFill>
                  <a:srgbClr val="CFE3E6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LA PROVA EMPIRICA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La 'learning curve': l'errore va in plateau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04688"/>
            <a:ext cx="10561320" cy="1033271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Linea blu (MAE)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scende ma poi si appiattisce</a:t>
            </a:r>
          </a:p>
        </p:txBody>
      </p:sp>
      <p:sp>
        <p:nvSpPr>
          <p:cNvPr id="8" name="Oval 7"/>
          <p:cNvSpPr/>
          <p:nvPr/>
        </p:nvSpPr>
        <p:spPr>
          <a:xfrm>
            <a:off x="440436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39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Linea arancio (R²)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sale ma poi si ferma</a:t>
            </a:r>
          </a:p>
        </p:txBody>
      </p:sp>
      <p:sp>
        <p:nvSpPr>
          <p:cNvPr id="10" name="Oval 9"/>
          <p:cNvSpPr/>
          <p:nvPr/>
        </p:nvSpPr>
        <p:spPr>
          <a:xfrm>
            <a:off x="7802880" y="572414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58911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Conclusione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aggiungere pazienti non basta più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16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2E32C8E-271F-B4B2-C5BB-743C60E18A37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96A9BE4-18B8-7789-9D63-EE11D5A59E9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30807023-2B93-1383-0959-95A2D6FE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" t="2732" r="1403"/>
          <a:stretch>
            <a:fillRect/>
          </a:stretch>
        </p:blipFill>
        <p:spPr>
          <a:xfrm>
            <a:off x="2895600" y="1819656"/>
            <a:ext cx="6392779" cy="32554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2148840"/>
            <a:ext cx="1874519" cy="1874519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874519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331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C39A"/>
                </a:solidFill>
                <a:latin typeface="Calibri"/>
              </a:rPr>
              <a:t>PARTE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412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Migliorare il modello e la proposta finale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3977639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CFE3E6"/>
                </a:solidFill>
                <a:latin typeface="Calibri"/>
              </a:rPr>
              <a:t>Se non servono più pazienti, servono esami migliori: quali, e perché lo chiediamo allo studio medico.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892040"/>
            <a:ext cx="5669280" cy="658368"/>
          </a:xfrm>
          <a:prstGeom prst="roundRect">
            <a:avLst/>
          </a:prstGeom>
          <a:noFill/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511350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1400" dirty="0">
                <a:solidFill>
                  <a:srgbClr val="FFFFFF"/>
                </a:solidFill>
              </a:rPr>
              <a:t>A cura di: Albatri, Di Noia, Salvi, Samarati, Bortoluzzi, Croce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1C7293"/>
                </a:solidFill>
                <a:latin typeface="Calibri"/>
              </a:rPr>
              <a:t>COME MIGLIORIAMO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Quali nuovi esami aggiungere? Una scelta guidata dai dati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04688"/>
            <a:ext cx="10561320" cy="1033271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Test automatico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teniamo solo gli esami che aiutano davvero</a:t>
            </a:r>
          </a:p>
        </p:txBody>
      </p:sp>
      <p:sp>
        <p:nvSpPr>
          <p:cNvPr id="8" name="Oval 7"/>
          <p:cNvSpPr/>
          <p:nvPr/>
        </p:nvSpPr>
        <p:spPr>
          <a:xfrm>
            <a:off x="4404360" y="57241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392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Ogni gradino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un esame che abbassa l'errore</a:t>
            </a:r>
          </a:p>
        </p:txBody>
      </p:sp>
      <p:sp>
        <p:nvSpPr>
          <p:cNvPr id="10" name="Oval 9"/>
          <p:cNvSpPr/>
          <p:nvPr/>
        </p:nvSpPr>
        <p:spPr>
          <a:xfrm>
            <a:off x="7802880" y="57241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58911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−2,6 anni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di errore con 7 esami mirati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18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F631DDEE-2767-9545-B770-C619BF180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8" t="2667" b="1732"/>
          <a:stretch>
            <a:fillRect/>
          </a:stretch>
        </p:blipFill>
        <p:spPr>
          <a:xfrm>
            <a:off x="2919663" y="1600200"/>
            <a:ext cx="6437979" cy="36936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C39A"/>
                </a:solidFill>
                <a:latin typeface="Calibri"/>
              </a:rPr>
              <a:t>IL RISULTATO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2E36"/>
                </a:solidFill>
                <a:latin typeface="Cambria"/>
              </a:rPr>
              <a:t>Il guadagno finale, su pazienti mai visti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04688"/>
            <a:ext cx="10561320" cy="1033271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632704"/>
            <a:ext cx="2941320" cy="405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 dirty="0">
                <a:solidFill>
                  <a:srgbClr val="0F2E36"/>
                </a:solidFill>
                <a:latin typeface="Calibri"/>
              </a:rPr>
              <a:t>MAE </a:t>
            </a:r>
            <a:r>
              <a:rPr lang="it-IT" sz="1350" b="1" dirty="0">
                <a:solidFill>
                  <a:srgbClr val="0F2E36"/>
                </a:solidFill>
                <a:latin typeface="Calibri"/>
              </a:rPr>
              <a:t>11,1</a:t>
            </a:r>
            <a:r>
              <a:rPr sz="1350" b="1" i="0" dirty="0">
                <a:solidFill>
                  <a:srgbClr val="0F2E36"/>
                </a:solidFill>
                <a:latin typeface="Calibri"/>
              </a:rPr>
              <a:t> → 8,</a:t>
            </a:r>
            <a:r>
              <a:rPr lang="it-IT" sz="1350" b="1" i="0" dirty="0">
                <a:solidFill>
                  <a:srgbClr val="0F2E36"/>
                </a:solidFill>
                <a:latin typeface="Calibri"/>
              </a:rPr>
              <a:t>04</a:t>
            </a:r>
            <a:endParaRPr sz="1350" b="1" i="0" dirty="0">
              <a:solidFill>
                <a:srgbClr val="0F2E36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200" b="0" i="0" dirty="0" err="1">
                <a:solidFill>
                  <a:srgbClr val="5A6B70"/>
                </a:solidFill>
                <a:latin typeface="Calibri"/>
              </a:rPr>
              <a:t>oltre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2 anni di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errore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in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meno</a:t>
            </a:r>
            <a:endParaRPr sz="1200" b="0" i="0" dirty="0">
              <a:solidFill>
                <a:srgbClr val="5A6B70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04360" y="572414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392" y="5632704"/>
            <a:ext cx="2941320" cy="405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 dirty="0">
                <a:solidFill>
                  <a:srgbClr val="0F2E36"/>
                </a:solidFill>
                <a:latin typeface="Calibri"/>
              </a:rPr>
              <a:t>R² 0,4</a:t>
            </a:r>
            <a:r>
              <a:rPr lang="it-IT" sz="1350" b="1" i="0" dirty="0">
                <a:solidFill>
                  <a:srgbClr val="0F2E36"/>
                </a:solidFill>
                <a:latin typeface="Calibri"/>
              </a:rPr>
              <a:t>9</a:t>
            </a:r>
            <a:r>
              <a:rPr sz="1350" b="1" i="0" dirty="0">
                <a:solidFill>
                  <a:srgbClr val="0F2E36"/>
                </a:solidFill>
                <a:latin typeface="Calibri"/>
              </a:rPr>
              <a:t> → 0,6</a:t>
            </a:r>
            <a:r>
              <a:rPr lang="it-IT" sz="1350" b="1">
                <a:solidFill>
                  <a:srgbClr val="0F2E36"/>
                </a:solidFill>
                <a:latin typeface="Calibri"/>
              </a:rPr>
              <a:t>4</a:t>
            </a:r>
            <a:endParaRPr sz="1350" b="1" i="0" dirty="0">
              <a:solidFill>
                <a:srgbClr val="0F2E36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5A6B70"/>
                </a:solidFill>
                <a:latin typeface="Calibri"/>
              </a:rPr>
              <a:t>il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modello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spiega</a:t>
            </a:r>
            <a:r>
              <a:rPr sz="1200" b="0" i="0" dirty="0">
                <a:solidFill>
                  <a:srgbClr val="5A6B70"/>
                </a:solidFill>
                <a:latin typeface="Calibri"/>
              </a:rPr>
              <a:t> molto di </a:t>
            </a:r>
            <a:r>
              <a:rPr sz="1200" b="0" i="0" dirty="0" err="1">
                <a:solidFill>
                  <a:srgbClr val="5A6B70"/>
                </a:solidFill>
                <a:latin typeface="Calibri"/>
              </a:rPr>
              <a:t>più</a:t>
            </a:r>
            <a:endParaRPr sz="1200" b="0" i="0" dirty="0">
              <a:solidFill>
                <a:srgbClr val="5A6B70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802880" y="572414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58911" y="5632704"/>
            <a:ext cx="2941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2E36"/>
                </a:solidFill>
                <a:latin typeface="Calibri"/>
              </a:rPr>
              <a:t>Prova onesta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5A6B70"/>
                </a:solidFill>
                <a:latin typeface="Calibri"/>
              </a:rPr>
              <a:t>misurato su dati mai usati prima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19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0C5A7E5-0471-9322-72DC-B15B9D33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3"/>
          <a:stretch>
            <a:fillRect/>
          </a:stretch>
        </p:blipFill>
        <p:spPr>
          <a:xfrm>
            <a:off x="940623" y="1728216"/>
            <a:ext cx="10310754" cy="34268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09DD9-A1F6-8CE8-75EF-AB0F3098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13">
            <a:extLst>
              <a:ext uri="{FF2B5EF4-FFF2-40B4-BE49-F238E27FC236}">
                <a16:creationId xmlns:a16="http://schemas.microsoft.com/office/drawing/2014/main" id="{6174FB8B-1F47-EC2F-B86F-8B87FDC965BE}"/>
              </a:ext>
            </a:extLst>
          </p:cNvPr>
          <p:cNvSpPr/>
          <p:nvPr/>
        </p:nvSpPr>
        <p:spPr>
          <a:xfrm>
            <a:off x="7089951" y="4408908"/>
            <a:ext cx="4134051" cy="127588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Rounded Rectangle 13">
            <a:extLst>
              <a:ext uri="{FF2B5EF4-FFF2-40B4-BE49-F238E27FC236}">
                <a16:creationId xmlns:a16="http://schemas.microsoft.com/office/drawing/2014/main" id="{0D1BEF4B-C6A6-6D6F-8468-62824E418327}"/>
              </a:ext>
            </a:extLst>
          </p:cNvPr>
          <p:cNvSpPr/>
          <p:nvPr/>
        </p:nvSpPr>
        <p:spPr>
          <a:xfrm>
            <a:off x="7084500" y="2457729"/>
            <a:ext cx="4134051" cy="12758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81A014D3-4CC2-BC03-6324-38CF218A3752}"/>
              </a:ext>
            </a:extLst>
          </p:cNvPr>
          <p:cNvSpPr/>
          <p:nvPr/>
        </p:nvSpPr>
        <p:spPr>
          <a:xfrm>
            <a:off x="714495" y="4934005"/>
            <a:ext cx="4134051" cy="12758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ounded Rectangle 13">
            <a:extLst>
              <a:ext uri="{FF2B5EF4-FFF2-40B4-BE49-F238E27FC236}">
                <a16:creationId xmlns:a16="http://schemas.microsoft.com/office/drawing/2014/main" id="{7FF4B094-30F0-AED5-6A6C-64D2D56293E0}"/>
              </a:ext>
            </a:extLst>
          </p:cNvPr>
          <p:cNvSpPr/>
          <p:nvPr/>
        </p:nvSpPr>
        <p:spPr>
          <a:xfrm>
            <a:off x="694149" y="1895751"/>
            <a:ext cx="4134051" cy="1275884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3CD2D1E-5EA2-D799-AA64-99041789F7FE}"/>
              </a:ext>
            </a:extLst>
          </p:cNvPr>
          <p:cNvSpPr/>
          <p:nvPr/>
        </p:nvSpPr>
        <p:spPr>
          <a:xfrm>
            <a:off x="694622" y="3414878"/>
            <a:ext cx="4134051" cy="127588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Oval 14">
            <a:extLst>
              <a:ext uri="{FF2B5EF4-FFF2-40B4-BE49-F238E27FC236}">
                <a16:creationId xmlns:a16="http://schemas.microsoft.com/office/drawing/2014/main" id="{82AEE778-8121-4DD0-E21E-32EEAF010292}"/>
              </a:ext>
            </a:extLst>
          </p:cNvPr>
          <p:cNvSpPr/>
          <p:nvPr/>
        </p:nvSpPr>
        <p:spPr>
          <a:xfrm>
            <a:off x="899309" y="3638442"/>
            <a:ext cx="445527" cy="45720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018BAA-92B4-53B1-4F8B-972F6F8950CE}"/>
              </a:ext>
            </a:extLst>
          </p:cNvPr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028090"/>
                </a:solidFill>
                <a:latin typeface="Calibri"/>
              </a:rPr>
              <a:t>IN SINTESI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FC33D-F5C3-107E-3DF0-B6125475C5E0}"/>
              </a:ext>
            </a:extLst>
          </p:cNvPr>
          <p:cNvSpPr txBox="1"/>
          <p:nvPr/>
        </p:nvSpPr>
        <p:spPr>
          <a:xfrm>
            <a:off x="77724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F2E36"/>
                </a:solidFill>
                <a:latin typeface="Cambria"/>
              </a:rPr>
              <a:t>I </a:t>
            </a:r>
            <a:r>
              <a:rPr lang="it-IT" sz="3200" b="1" i="0" dirty="0">
                <a:solidFill>
                  <a:srgbClr val="0F2E36"/>
                </a:solidFill>
                <a:latin typeface="Cambria"/>
              </a:rPr>
              <a:t>5 biomarcatori più rilevanti</a:t>
            </a:r>
            <a:endParaRPr sz="3200" b="1" i="0" dirty="0">
              <a:solidFill>
                <a:srgbClr val="0F2E36"/>
              </a:solidFill>
              <a:latin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ADE62-361E-DC4A-2E1C-C5420A8BE0E5}"/>
              </a:ext>
            </a:extLst>
          </p:cNvPr>
          <p:cNvSpPr txBox="1"/>
          <p:nvPr/>
        </p:nvSpPr>
        <p:spPr>
          <a:xfrm>
            <a:off x="1674185" y="2165341"/>
            <a:ext cx="3174361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1900" b="1" i="0" dirty="0">
                <a:solidFill>
                  <a:srgbClr val="0F2E36"/>
                </a:solidFill>
                <a:latin typeface="Calibri"/>
              </a:rPr>
              <a:t>BMI</a:t>
            </a:r>
            <a:endParaRPr sz="1900" b="1" i="0" dirty="0">
              <a:solidFill>
                <a:srgbClr val="0F2E36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A9BD0-9701-2B3A-1C14-2D12B92CB8E8}"/>
              </a:ext>
            </a:extLst>
          </p:cNvPr>
          <p:cNvSpPr txBox="1"/>
          <p:nvPr/>
        </p:nvSpPr>
        <p:spPr>
          <a:xfrm>
            <a:off x="1643705" y="2399387"/>
            <a:ext cx="25518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è un indicatore numerico che mette in rapporto il tuo peso con il quadrato della tua altezza per stimare al volo se sei sottopeso, normopeso o sovrappeso.</a:t>
            </a:r>
            <a:endParaRPr sz="1200" b="0" i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A1FF86-2175-64EF-AA3D-BB073A1CAC11}"/>
              </a:ext>
            </a:extLst>
          </p:cNvPr>
          <p:cNvSpPr/>
          <p:nvPr/>
        </p:nvSpPr>
        <p:spPr>
          <a:xfrm>
            <a:off x="7253935" y="2629812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19B35-15B1-C3A6-0656-6329CD0C0F3F}"/>
              </a:ext>
            </a:extLst>
          </p:cNvPr>
          <p:cNvSpPr txBox="1"/>
          <p:nvPr/>
        </p:nvSpPr>
        <p:spPr>
          <a:xfrm>
            <a:off x="7253935" y="26298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AA3BA8-5C6C-E445-C13B-6C04622C3849}"/>
              </a:ext>
            </a:extLst>
          </p:cNvPr>
          <p:cNvSpPr txBox="1"/>
          <p:nvPr/>
        </p:nvSpPr>
        <p:spPr>
          <a:xfrm>
            <a:off x="7894015" y="2730506"/>
            <a:ext cx="393192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1900" b="1" dirty="0">
                <a:solidFill>
                  <a:srgbClr val="0F2E36"/>
                </a:solidFill>
                <a:latin typeface="Calibri"/>
              </a:rPr>
              <a:t>Vita</a:t>
            </a:r>
            <a:endParaRPr sz="1900" b="1" i="0" dirty="0">
              <a:solidFill>
                <a:srgbClr val="0F2E36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3344DB-C4E3-BD4B-6AE3-1C8F96F07935}"/>
              </a:ext>
            </a:extLst>
          </p:cNvPr>
          <p:cNvSpPr txBox="1"/>
          <p:nvPr/>
        </p:nvSpPr>
        <p:spPr>
          <a:xfrm>
            <a:off x="7894015" y="3224172"/>
            <a:ext cx="3886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Indica la </a:t>
            </a:r>
            <a:r>
              <a:rPr lang="it-IT" sz="1400" i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circonferenza</a:t>
            </a: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della vita</a:t>
            </a:r>
            <a:endParaRPr sz="1400" b="0" i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00080B-3EA1-6461-A0E6-C5E2793B71AD}"/>
              </a:ext>
            </a:extLst>
          </p:cNvPr>
          <p:cNvSpPr txBox="1"/>
          <p:nvPr/>
        </p:nvSpPr>
        <p:spPr>
          <a:xfrm>
            <a:off x="945797" y="3717748"/>
            <a:ext cx="36911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88B6D3-742E-CCF9-629F-5CE41D7353A0}"/>
              </a:ext>
            </a:extLst>
          </p:cNvPr>
          <p:cNvSpPr txBox="1"/>
          <p:nvPr/>
        </p:nvSpPr>
        <p:spPr>
          <a:xfrm>
            <a:off x="1499574" y="3670858"/>
            <a:ext cx="3174361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1900" b="1" i="0" dirty="0">
                <a:solidFill>
                  <a:srgbClr val="0F2E36"/>
                </a:solidFill>
                <a:latin typeface="Calibri"/>
              </a:rPr>
              <a:t>Pressione sistolica </a:t>
            </a:r>
            <a:endParaRPr sz="1900" b="1" i="0" dirty="0">
              <a:solidFill>
                <a:srgbClr val="0F2E36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04C19-4536-53E4-6C96-65B752015841}"/>
              </a:ext>
            </a:extLst>
          </p:cNvPr>
          <p:cNvSpPr txBox="1"/>
          <p:nvPr/>
        </p:nvSpPr>
        <p:spPr>
          <a:xfrm>
            <a:off x="1456323" y="3963246"/>
            <a:ext cx="3137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misura la pressione del sangue nelle arterie nel momento esatto in cui il cuore si contrae e lo pompa in tutto il corpo.</a:t>
            </a:r>
            <a:endParaRPr sz="1200" b="0" i="0" dirty="0">
              <a:solidFill>
                <a:schemeClr val="bg1">
                  <a:lumMod val="50000"/>
                </a:schemeClr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11745-8291-30EF-D31D-471173401177}"/>
              </a:ext>
            </a:extLst>
          </p:cNvPr>
          <p:cNvSpPr txBox="1"/>
          <p:nvPr/>
        </p:nvSpPr>
        <p:spPr>
          <a:xfrm>
            <a:off x="1500653" y="5105291"/>
            <a:ext cx="3174361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1900" b="1" i="0" dirty="0">
                <a:solidFill>
                  <a:srgbClr val="0F2E36"/>
                </a:solidFill>
                <a:latin typeface="Calibri"/>
              </a:rPr>
              <a:t>Pressione diastolica</a:t>
            </a:r>
            <a:endParaRPr sz="1900" b="1" i="0" dirty="0">
              <a:solidFill>
                <a:srgbClr val="0F2E36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E3D661-5078-C262-3EBB-A7B7A203E7F9}"/>
              </a:ext>
            </a:extLst>
          </p:cNvPr>
          <p:cNvSpPr txBox="1"/>
          <p:nvPr/>
        </p:nvSpPr>
        <p:spPr>
          <a:xfrm>
            <a:off x="1436325" y="5407793"/>
            <a:ext cx="3137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misura la pressione del sangue nelle arterie nell'intervallo tra due battiti, ossia quando il muscolo cardiaco si rilassa e si riempie di nuovo.</a:t>
            </a:r>
            <a:endParaRPr sz="1200" b="0" i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856C1-AA5D-5E36-47A0-0758D8169D07}"/>
              </a:ext>
            </a:extLst>
          </p:cNvPr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6B70"/>
                </a:solidFill>
                <a:latin typeface="Calibri"/>
              </a:rPr>
              <a:t>21</a:t>
            </a:r>
          </a:p>
        </p:txBody>
      </p:sp>
      <p:sp>
        <p:nvSpPr>
          <p:cNvPr id="26" name="Oval 14">
            <a:extLst>
              <a:ext uri="{FF2B5EF4-FFF2-40B4-BE49-F238E27FC236}">
                <a16:creationId xmlns:a16="http://schemas.microsoft.com/office/drawing/2014/main" id="{9B58F074-3D2A-FA27-332D-F19CEBEB78EB}"/>
              </a:ext>
            </a:extLst>
          </p:cNvPr>
          <p:cNvSpPr/>
          <p:nvPr/>
        </p:nvSpPr>
        <p:spPr>
          <a:xfrm>
            <a:off x="7215177" y="4625235"/>
            <a:ext cx="445527" cy="457200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0B6F4059-25F4-9B36-88DF-CF947BC1CBEB}"/>
              </a:ext>
            </a:extLst>
          </p:cNvPr>
          <p:cNvSpPr txBox="1"/>
          <p:nvPr/>
        </p:nvSpPr>
        <p:spPr>
          <a:xfrm>
            <a:off x="7215177" y="4714987"/>
            <a:ext cx="44552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it-IT" sz="2000" b="1" dirty="0">
                <a:solidFill>
                  <a:srgbClr val="FFFFFF"/>
                </a:solidFill>
                <a:latin typeface="Cambria"/>
              </a:rPr>
              <a:t>5</a:t>
            </a:r>
            <a:endParaRPr sz="20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D8D56581-8250-E182-DB48-64D7E0565969}"/>
              </a:ext>
            </a:extLst>
          </p:cNvPr>
          <p:cNvSpPr txBox="1"/>
          <p:nvPr/>
        </p:nvSpPr>
        <p:spPr>
          <a:xfrm>
            <a:off x="7785930" y="4471171"/>
            <a:ext cx="3831529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1900" b="1" i="0" dirty="0">
                <a:solidFill>
                  <a:srgbClr val="0F2E36"/>
                </a:solidFill>
                <a:latin typeface="Calibri"/>
              </a:rPr>
              <a:t>HbA1c</a:t>
            </a:r>
            <a:endParaRPr sz="1900" b="1" i="0" dirty="0">
              <a:solidFill>
                <a:srgbClr val="0F2E36"/>
              </a:solidFill>
              <a:latin typeface="Calibri"/>
            </a:endParaRP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F6285056-3C97-B9A3-395D-46F6F4269D01}"/>
              </a:ext>
            </a:extLst>
          </p:cNvPr>
          <p:cNvSpPr txBox="1"/>
          <p:nvPr/>
        </p:nvSpPr>
        <p:spPr>
          <a:xfrm>
            <a:off x="7711135" y="4771136"/>
            <a:ext cx="3292145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t-IT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misura la percentuale di zucchero rimasta legata ai globuli rossi, fornendo una media accurata dei livelli di glicemia degli ultimi 2-3 mesi anziché del singolo istante.</a:t>
            </a:r>
            <a:endParaRPr sz="1400" b="0" i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1" name="Oval 14">
            <a:extLst>
              <a:ext uri="{FF2B5EF4-FFF2-40B4-BE49-F238E27FC236}">
                <a16:creationId xmlns:a16="http://schemas.microsoft.com/office/drawing/2014/main" id="{102115C9-5566-6E9B-F42D-8454A3B12665}"/>
              </a:ext>
            </a:extLst>
          </p:cNvPr>
          <p:cNvSpPr/>
          <p:nvPr/>
        </p:nvSpPr>
        <p:spPr>
          <a:xfrm>
            <a:off x="920859" y="5177248"/>
            <a:ext cx="445527" cy="45720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BD33F5-71A7-123B-BA3C-FC85095D7405}"/>
              </a:ext>
            </a:extLst>
          </p:cNvPr>
          <p:cNvSpPr txBox="1"/>
          <p:nvPr/>
        </p:nvSpPr>
        <p:spPr>
          <a:xfrm>
            <a:off x="967998" y="5243790"/>
            <a:ext cx="3691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Oval 14">
            <a:extLst>
              <a:ext uri="{FF2B5EF4-FFF2-40B4-BE49-F238E27FC236}">
                <a16:creationId xmlns:a16="http://schemas.microsoft.com/office/drawing/2014/main" id="{15EEDD21-CD80-9235-B7E7-5DBDE596AF73}"/>
              </a:ext>
            </a:extLst>
          </p:cNvPr>
          <p:cNvSpPr/>
          <p:nvPr/>
        </p:nvSpPr>
        <p:spPr>
          <a:xfrm>
            <a:off x="945797" y="2082935"/>
            <a:ext cx="445527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CDC08-631C-E876-761D-9A60E62BFC93}"/>
              </a:ext>
            </a:extLst>
          </p:cNvPr>
          <p:cNvSpPr txBox="1"/>
          <p:nvPr/>
        </p:nvSpPr>
        <p:spPr>
          <a:xfrm>
            <a:off x="981846" y="2114537"/>
            <a:ext cx="36911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1562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6FE5A-3850-049B-8D98-7499A1E0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D12B85F-5CEE-CB21-329F-C55A00A40AF0}"/>
              </a:ext>
            </a:extLst>
          </p:cNvPr>
          <p:cNvSpPr/>
          <p:nvPr/>
        </p:nvSpPr>
        <p:spPr>
          <a:xfrm>
            <a:off x="-1554480" y="3566160"/>
            <a:ext cx="4206240" cy="420624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3A05A3-3E82-5882-DBD5-DB1716B73715}"/>
              </a:ext>
            </a:extLst>
          </p:cNvPr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noFill/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1FCB2-0E09-A019-10C2-4696A10C763C}"/>
              </a:ext>
            </a:extLst>
          </p:cNvPr>
          <p:cNvSpPr txBox="1"/>
          <p:nvPr/>
        </p:nvSpPr>
        <p:spPr>
          <a:xfrm>
            <a:off x="822960" y="901244"/>
            <a:ext cx="1051560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5200" b="1" i="0" dirty="0">
                <a:solidFill>
                  <a:srgbClr val="FFFFFF"/>
                </a:solidFill>
                <a:latin typeface="Cambria"/>
              </a:rPr>
              <a:t>Consigli finali</a:t>
            </a:r>
            <a:endParaRPr sz="52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8D872-F3D6-AA04-2E8E-6D3957A81D8B}"/>
              </a:ext>
            </a:extLst>
          </p:cNvPr>
          <p:cNvSpPr txBox="1"/>
          <p:nvPr/>
        </p:nvSpPr>
        <p:spPr>
          <a:xfrm>
            <a:off x="838200" y="6282332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CFE3E6"/>
                </a:solidFill>
                <a:latin typeface="Calibri"/>
              </a:rPr>
              <a:t>Gruppo </a:t>
            </a:r>
            <a:r>
              <a:rPr lang="it-IT" sz="1400" dirty="0">
                <a:solidFill>
                  <a:srgbClr val="CFE3E6"/>
                </a:solidFill>
                <a:latin typeface="Calibri"/>
              </a:rPr>
              <a:t>Alpha</a:t>
            </a:r>
            <a:r>
              <a:rPr sz="1400" b="0" i="0" dirty="0">
                <a:solidFill>
                  <a:srgbClr val="CFE3E6"/>
                </a:solidFill>
                <a:latin typeface="Calibri"/>
              </a:rPr>
              <a:t>  ·  Project Work — </a:t>
            </a:r>
            <a:r>
              <a:rPr sz="1400" b="0" i="0" dirty="0" err="1">
                <a:solidFill>
                  <a:srgbClr val="CFE3E6"/>
                </a:solidFill>
                <a:latin typeface="Calibri"/>
              </a:rPr>
              <a:t>Modello</a:t>
            </a:r>
            <a:r>
              <a:rPr sz="1400" b="0" i="0" dirty="0">
                <a:solidFill>
                  <a:srgbClr val="CFE3E6"/>
                </a:solidFill>
                <a:latin typeface="Calibri"/>
              </a:rPr>
              <a:t> di </a:t>
            </a:r>
            <a:r>
              <a:rPr sz="1400" b="0" i="0" dirty="0" err="1">
                <a:solidFill>
                  <a:srgbClr val="CFE3E6"/>
                </a:solidFill>
                <a:latin typeface="Calibri"/>
              </a:rPr>
              <a:t>Età</a:t>
            </a:r>
            <a:r>
              <a:rPr sz="1400" b="0" i="0" dirty="0">
                <a:solidFill>
                  <a:srgbClr val="CFE3E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FE3E6"/>
                </a:solidFill>
                <a:latin typeface="Calibri"/>
              </a:rPr>
              <a:t>Biologica</a:t>
            </a:r>
            <a:endParaRPr sz="1400" b="0" i="0" dirty="0">
              <a:solidFill>
                <a:srgbClr val="CFE3E6"/>
              </a:solidFill>
              <a:latin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1527FE0-2148-7680-78E7-FD98ADE4F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80" y="1701463"/>
            <a:ext cx="4785360" cy="45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89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4B377-A545-5211-E0F3-28E4440E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E83E461-4961-3087-45AF-F8AD99ED5BD5}"/>
              </a:ext>
            </a:extLst>
          </p:cNvPr>
          <p:cNvSpPr/>
          <p:nvPr/>
        </p:nvSpPr>
        <p:spPr>
          <a:xfrm>
            <a:off x="-1554480" y="3566160"/>
            <a:ext cx="4206240" cy="4206240"/>
          </a:xfrm>
          <a:prstGeom prst="ellipse">
            <a:avLst/>
          </a:prstGeom>
          <a:noFill/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CEFD85E-5BA9-A37B-CC2B-4E05C14122E1}"/>
              </a:ext>
            </a:extLst>
          </p:cNvPr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noFill/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3B679-7E80-570E-9CE6-4D83EA4B809D}"/>
              </a:ext>
            </a:extLst>
          </p:cNvPr>
          <p:cNvSpPr txBox="1"/>
          <p:nvPr/>
        </p:nvSpPr>
        <p:spPr>
          <a:xfrm>
            <a:off x="822960" y="196995"/>
            <a:ext cx="10515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Cambria"/>
              </a:rPr>
              <a:t>Grazie per </a:t>
            </a:r>
            <a:r>
              <a:rPr sz="4000" b="1" i="0" dirty="0" err="1">
                <a:solidFill>
                  <a:srgbClr val="FFFFFF"/>
                </a:solidFill>
                <a:latin typeface="Cambria"/>
              </a:rPr>
              <a:t>l'attenzione</a:t>
            </a:r>
            <a:endParaRPr sz="4000" b="1" i="0" dirty="0">
              <a:solidFill>
                <a:srgbClr val="FFFFFF"/>
              </a:solidFill>
              <a:latin typeface="Cambria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FAF6C4C-FBAD-A736-EFF5-7E90693F5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58" y="3807330"/>
            <a:ext cx="1677222" cy="156062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B128B02-89AC-DB34-DEDA-63092AED6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590" y="3803352"/>
            <a:ext cx="1630730" cy="156062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AA8CE32-E472-F265-B45F-ACB745174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546" y="4318475"/>
            <a:ext cx="1643416" cy="1560624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C4A0A45-2668-2E6E-7AB8-EFE4C4BBF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725" y="4070828"/>
            <a:ext cx="1643416" cy="156460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95A83222-26E4-07D5-9C83-3FC0827CB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1681" y="4293914"/>
            <a:ext cx="1630730" cy="1609746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2B1F4018-CCB0-3F6E-5883-BAF1644961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673" y="4070827"/>
            <a:ext cx="1564603" cy="1564603"/>
          </a:xfrm>
          <a:prstGeom prst="rect">
            <a:avLst/>
          </a:prstGeom>
        </p:spPr>
      </p:pic>
      <p:sp>
        <p:nvSpPr>
          <p:cNvPr id="19" name="TextBox 4">
            <a:extLst>
              <a:ext uri="{FF2B5EF4-FFF2-40B4-BE49-F238E27FC236}">
                <a16:creationId xmlns:a16="http://schemas.microsoft.com/office/drawing/2014/main" id="{37A80F67-3013-2037-5FB2-BA6A6BB56F30}"/>
              </a:ext>
            </a:extLst>
          </p:cNvPr>
          <p:cNvSpPr txBox="1"/>
          <p:nvPr/>
        </p:nvSpPr>
        <p:spPr>
          <a:xfrm>
            <a:off x="889557" y="853238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2400" b="0" i="0" dirty="0">
                <a:solidFill>
                  <a:srgbClr val="02C39A"/>
                </a:solidFill>
                <a:latin typeface="Calibri"/>
              </a:rPr>
              <a:t>Il Nostro TEAM</a:t>
            </a:r>
            <a:endParaRPr sz="2400" b="0" i="0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495BE46-1A93-3664-8415-EBB9744D9339}"/>
              </a:ext>
            </a:extLst>
          </p:cNvPr>
          <p:cNvSpPr txBox="1"/>
          <p:nvPr/>
        </p:nvSpPr>
        <p:spPr>
          <a:xfrm>
            <a:off x="453749" y="5423058"/>
            <a:ext cx="1756161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Project Manager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BBDA5A8-DE40-FEB6-28D0-1106D746FDFC}"/>
              </a:ext>
            </a:extLst>
          </p:cNvPr>
          <p:cNvSpPr txBox="1"/>
          <p:nvPr/>
        </p:nvSpPr>
        <p:spPr>
          <a:xfrm>
            <a:off x="6256546" y="5953269"/>
            <a:ext cx="1643416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Bio-Informatico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4606B66-F214-4D8A-0760-2D00DF347996}"/>
              </a:ext>
            </a:extLst>
          </p:cNvPr>
          <p:cNvSpPr txBox="1"/>
          <p:nvPr/>
        </p:nvSpPr>
        <p:spPr>
          <a:xfrm>
            <a:off x="8165068" y="5694433"/>
            <a:ext cx="163073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Data Architect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DEECE1A-F770-ADC7-8D4A-16F3D58E7800}"/>
              </a:ext>
            </a:extLst>
          </p:cNvPr>
          <p:cNvSpPr txBox="1"/>
          <p:nvPr/>
        </p:nvSpPr>
        <p:spPr>
          <a:xfrm>
            <a:off x="10073590" y="5453300"/>
            <a:ext cx="1643416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UI developer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84C7954-ED5D-86B3-9B0A-15EE47B8081A}"/>
              </a:ext>
            </a:extLst>
          </p:cNvPr>
          <p:cNvSpPr txBox="1"/>
          <p:nvPr/>
        </p:nvSpPr>
        <p:spPr>
          <a:xfrm>
            <a:off x="4494628" y="3978246"/>
            <a:ext cx="248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Mattia Albatri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C7420577-39F2-DD01-58EB-26B55C01CB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0854" y="1738529"/>
            <a:ext cx="1570291" cy="1581252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C62ECA87-81EB-39F1-25AC-C4E3641CF03F}"/>
              </a:ext>
            </a:extLst>
          </p:cNvPr>
          <p:cNvSpPr txBox="1"/>
          <p:nvPr/>
        </p:nvSpPr>
        <p:spPr>
          <a:xfrm>
            <a:off x="5299754" y="3333651"/>
            <a:ext cx="15813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Beta tester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9386AF3-F15E-454D-AAB5-FF19279BA1F6}"/>
              </a:ext>
            </a:extLst>
          </p:cNvPr>
          <p:cNvSpPr txBox="1"/>
          <p:nvPr/>
        </p:nvSpPr>
        <p:spPr>
          <a:xfrm>
            <a:off x="2632932" y="3761549"/>
            <a:ext cx="248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Samarati Elia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11E8548-3B22-0AE9-BDF1-EF88415232E6}"/>
              </a:ext>
            </a:extLst>
          </p:cNvPr>
          <p:cNvSpPr txBox="1"/>
          <p:nvPr/>
        </p:nvSpPr>
        <p:spPr>
          <a:xfrm>
            <a:off x="494358" y="3471687"/>
            <a:ext cx="248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Lorenzo Bortoluzzi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1BFF3E0B-5FC7-EBDB-2E14-490BBD864BD9}"/>
              </a:ext>
            </a:extLst>
          </p:cNvPr>
          <p:cNvSpPr txBox="1"/>
          <p:nvPr/>
        </p:nvSpPr>
        <p:spPr>
          <a:xfrm>
            <a:off x="6433763" y="3969319"/>
            <a:ext cx="248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Filippo Di Noia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6B24EF2-17BA-380F-A763-81363B0E8BF6}"/>
              </a:ext>
            </a:extLst>
          </p:cNvPr>
          <p:cNvSpPr txBox="1"/>
          <p:nvPr/>
        </p:nvSpPr>
        <p:spPr>
          <a:xfrm>
            <a:off x="8117952" y="3715326"/>
            <a:ext cx="248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Massimiliano Salvi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D7986440-9A2E-C3E1-D82B-8F771FEA3362}"/>
              </a:ext>
            </a:extLst>
          </p:cNvPr>
          <p:cNvSpPr txBox="1"/>
          <p:nvPr/>
        </p:nvSpPr>
        <p:spPr>
          <a:xfrm>
            <a:off x="10250753" y="3459410"/>
            <a:ext cx="248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Nicolò Croce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91DB12E-CCD6-E15B-CB79-935854D9336D}"/>
              </a:ext>
            </a:extLst>
          </p:cNvPr>
          <p:cNvSpPr txBox="1"/>
          <p:nvPr/>
        </p:nvSpPr>
        <p:spPr>
          <a:xfrm>
            <a:off x="2468673" y="5669280"/>
            <a:ext cx="1564604" cy="30777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sz="1400" dirty="0">
                <a:solidFill>
                  <a:schemeClr val="bg1">
                    <a:lumMod val="95000"/>
                  </a:schemeClr>
                </a:solidFill>
              </a:rPr>
              <a:t>Lead Data Scientist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A30BE35C-4CA0-84FC-CD34-50710DC4A805}"/>
              </a:ext>
            </a:extLst>
          </p:cNvPr>
          <p:cNvSpPr txBox="1"/>
          <p:nvPr/>
        </p:nvSpPr>
        <p:spPr>
          <a:xfrm>
            <a:off x="4328995" y="5944790"/>
            <a:ext cx="1643416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Data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Visualizer</a:t>
            </a:r>
            <a:endParaRPr lang="it-IT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E1CE40C4-330E-B8E3-AFDD-8520DDEDA40C}"/>
              </a:ext>
            </a:extLst>
          </p:cNvPr>
          <p:cNvSpPr txBox="1"/>
          <p:nvPr/>
        </p:nvSpPr>
        <p:spPr>
          <a:xfrm>
            <a:off x="2268094" y="1366125"/>
            <a:ext cx="764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0" i="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Prof. Corsaro</a:t>
            </a:r>
          </a:p>
        </p:txBody>
      </p:sp>
      <p:pic>
        <p:nvPicPr>
          <p:cNvPr id="50" name="Elemento grafico 49" descr="Intelligenza artificiale contorno">
            <a:extLst>
              <a:ext uri="{FF2B5EF4-FFF2-40B4-BE49-F238E27FC236}">
                <a16:creationId xmlns:a16="http://schemas.microsoft.com/office/drawing/2014/main" id="{DE2A9AA7-D556-48C1-B00C-C27B31A58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13308" y="5213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139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>
        <p15:prstTrans prst="curtains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1077</Words>
  <Application>Microsoft Office PowerPoint</Application>
  <PresentationFormat>Widescreen</PresentationFormat>
  <Paragraphs>191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Mattia Albatri</dc:creator>
  <cp:keywords/>
  <dc:description>generated using python-pptx</dc:description>
  <cp:lastModifiedBy>Filippo Di Noia</cp:lastModifiedBy>
  <cp:revision>2</cp:revision>
  <dcterms:created xsi:type="dcterms:W3CDTF">2013-01-27T09:14:16Z</dcterms:created>
  <dcterms:modified xsi:type="dcterms:W3CDTF">2026-07-03T12:34:44Z</dcterms:modified>
  <cp:category/>
</cp:coreProperties>
</file>